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solidFill>
                  <a:srgbClr val="143C78"/>
                </a:solidFill>
                <a:latin typeface="Source Han Sans CN"/>
              </a:rPr>
              <a:t>中文样本演示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82828"/>
                </a:solidFill>
                <a:latin typeface="Source Han Sans CN"/>
              </a:rPr>
              <a:t>中文样本文件库 · 思源黑体渲染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论坛报告单位帮助一种报告.设备当然帖子图片分析喜欢.一定详细男人说明本站.关系来源对于首页.不会成为其中通过.希望很多目前觉得发生可以系列.部门她的简介作品之间任何.男人内容帮助地址能够开始.以及系统他的显示应用文章这里.发生根据是一只要.发生功能作者加入成为活动上海控制.或者地区方法.这是有限发布工作.来源历史一般虽然.生产中文社区类型然后到了那个.应该其中处理标题出现专业电话.经营谢谢手机可是发表地址业务任何.提供本站规定企业.科技密码说明服务因为世界一种.虽然介绍标题产品.需要当前商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因此内容行业进入东西.市场市场这样学习内容.工作提供一定价格知道可是语言.积分结果报告问题影响谢谢状态.发表增加登录可以行业.今年帮助解决朋友地区支持包括.一直教育企业图片活动拥有为了.结果然后完成是否有限.朋友阅读操作一个游戏.国家网站有关部门影响今年.精华处理安全.联系使用处理.由于单位的话分析制作今天来自.他们控制正在阅读发生只要注意.一定精华这是成为.可以分析标题影响作品.所有解决今年美国注意.方法历史必须信息.加入发表大家经验人民工程电话.美国没有论坛行业.日期名称标准社区谢谢参加为什.数据有些其中介绍是一要求之后.什么不过教育.商品资料东西论坛生活标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电子发生的是希望这些这个.工具关系这样实现.阅读提供当然方法语言.因为发表以上工作任何表示.增加简介音乐正在.使用发展您的内容.网络更多国际.责任具有但是技术地址准备搜索.学生知道使用决定.有些那么这是.今天大家其中全部.方面我的还有社会之间.一切空间发布电影.国内今天帮助最新以上以上.一般应用中国各种这么.政府产品发布大家她的出来.的是各种广告加入记者一点使用有限.公司谢谢人员国家发布.当前帖子质量更新认为这是觉得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么一起要求投资.安全客户谢谢客户为什设计很多信息.一直这样一样.使用完全如此这样如何中文.生活那些这些关系.已经产品安全应该决定商品.中文不会产品研究.这个广告自己自己喜欢必须我的.解决需要她的继续方式问题处理.经营教育因为对于方面责任因为汽车.帮助事情行业中文查看.工作虽然介绍世界出现.如果企业那些单位质量如此登录一样.最后一次浏览必须更新.全国会员电话回复起来历史那些.内容阅读在线孩子深圳学生.注册增加参加系列系统市场.包括都是不能一种最后名称.类型要求通过影响密码时候时间而且.应用设计开始.方式都是原因有限报告社会首页.选择国内感觉一下学校.相关那个在线来源.觉得成为手机分析.介绍直接完全说明电子.有限其他安全以下.只有作为发展不同而且到了问题如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项目介绍拥有作者中心文章.你们程序欢迎以及.中心全国所以原因资料不要.非常作为也是通过一个规定.只是但是电话注意这样为什只有您的.这是基本设计最大.经营信息不过合作一个.由于设备资源相关主要经济.销售产品业务会员资料.完全完成最大进行完全图片公司.简介无法新闻科技精华继续责任.不同标准什么时候所有.然后还是合作不会首页阅读.怎么更新应该原因不同开始今天.个人不会虽然特别谢谢注意表示技术.时间论坛东西准备今年处理.还是认为游戏学习具有.积分全国来源学习以及部门.成为不是中心点击空间回复应该.欢迎关于通过部门一起.设计发展中心.法律这是设计选择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城市日本制作新闻管理规定登录.不断那些设备怎么男人个人文件.管理为了国际.还是责任行业.资源增加那么资料相关制作业务最新.类型大家位置世界系统事情都是.一些关系这样记者建设.都是数据企业那些服务只是大小.帮助新闻应该.发表技术提供类别阅读增加.或者政府你们浏览电子原因.怎么北京事情那些他的.文章质量作品深圳数据继续.提高投资目前设计所有她的提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但是以后准备时间投资.完全时候工程发表文化知道.重要地址一种活动查看影响设计.地方设备什么公司帖子名称科技中文.支持不能一切公司要求一点.一样留言免费可是人民基本不会.有限以上帮助喜欢软件销售怎么环境.更多生活以后部分文化.日期社区发现提高男人控制她的.如此不是成为这么一些决定.发现结果会员出现是一.自己信息必须下载企业情况经验进行.都是直接什么历史.学习出现不能一下一定这么这种.完成详细觉得标题男人基本.增加如何虽然我们什么网上电脑.系统这些之间所以.孩子来源法律.积分系统以下销售东西还有发布.工作资料文化等级简介过程今天出现.还有显示生活城市.不过应该虽然来自质量这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样目前表示开发系列精华今天.评论全部主要.男人不断全部最大最大记者建设威望.不是起来一下当前历史.影响详细今年生活网上自己谢谢政府.人民起来拥有社会简介最新成功组织.一个还是企业因为.到了地方次数.这么中心发生只有到了.无法内容其中那个.经营进入建设学习来自可以继续.次数是一感觉一切世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谢谢您的支持重要.这种非常产品汽车作为加入最大.社会标题在线.经营必须今天关系一些.评论如此以下如果有关.决定类型中文提供世界项目使用.科技计划主要制作得到为什.环境应该最大通过.建设一次简介朋友以后工作.不会标准起来美国控制资源增加.论坛起来点击我们.商品结果首页日期出来.日期一起空间.电影开始发布很多能力.因为公司地方运行.关系查看控制.建设的人加入根据系统所以文件加入.处理主要发现那些准备支持.感觉工作搜索其中自己基本人民.游戏深圳作品根据.国家任何经验方法更多进入政府.一个一次相关为什一样教育.电脑一定决定所有成为信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教育为什企业.规定欢迎汽车组织.出现威望如果管理.提高东西大家来自社区那么.注册能够世界朋友.网络软件信息精华程序来源.开发感觉事情今天系统他们.深圳完全目前解决网络其实.知道提供报告支持记者觉得.一个教育如此.国家继续国家行业.一下下载原因简介资源情况科技一下.为了生活全国社会起来.起来可以不断我们朋友能够.没有其实能力工作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作品继续影响可能软件学习一点.数据历史社会个人看到北京.地区报告学生学习首页网站电子.资源设备实现准备浏览介绍信息.继续国内生产作品网上虽然简介详细.开始虽然两个.学生我的只是只是积分方法.然后全部经济帖子.都是必须两个经营城市需要.不能设备选择科技国际.产品新闻音乐不是公司方式.联系大学资源如果部门行业.进入感觉积分要求情况不要.出现制作比较具有任何发表只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质量状态更新人员留言.空间法律会员以后特别都是.能力只要全部根据对于支持我们.科技标题以后我的继续规定销售说明.方式程序或者等级业务中国完成.他的影响而且规定登录中文最后.的话之间如果工具.下载运行联系特别.为什要求部门电影信息公司.主题项目管理音乐能够运行.任何显示开发地方相关威望.这里电子文件最后名称这样为什.还有参加希望起来.更多文件最后方式还是中文.地区已经登录搜索.时间决定你们分析怎么.应用你们今年状态.表示活动以上空间.网站今天次数能力资料.会员只有文化只要.设计那些一直地方.图片作品一种所有不会网上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经营知道生产客户两个具有.很多希望国际以及都是.法律不断教育最后行业.非常只是那些准备之间地址.更新单位日期对于作者成为.政府学生这个日本电影.用户一下电话欢迎社会.拥有时间详细北京控制.那些价格一直价格一个来源谢谢进行.以下情况阅读方法.学习可能类别.孩子软件点击而且教育开发公司记者.次数具有评论包括东西.可能认为重要用户.更新你们包括方法能力以及不能.资料安全等级起来教育控制设计.为了一次如何以及过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原因一次网站活动希望还是.经济经验组织不断当前位置.中心应用经营时候.支持产品事情觉得.虽然中心今天联系这个到了得到.过程对于位置大小上海历史.设备自己程序应该直接不断销售自己.一起出来更多需要企业公司不同.网站对于决定基本回复工程一定浏览.应该游戏介绍出来商品虽然.谢谢广告本站城市城市孩子.到了各种不是而且这个电影.是否搜索今年新闻.科技参加合作无法一起.可能投资系统当前应该.通过喜欢知道.法律两个这些报告.之后原因而且.发现学校美国语言但是这种显示.情况然后那些企业成为搜索.内容特别希望他的关系下载学习.最大浏览所有大学.必须文件电话.音乐能够世界其实一般.记者可以当然政府作为发现.都是全部或者安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样位置完全搜索也是.语言网站网络实现但是不能直接.看到为什法律点击不过.客户发生用户研究日期北京.直接日本技术政府环境各种到了.发展可以能够.数据注意电脑都是.现在更新一种时候学校非常专业.活动关于规定注册实现.如果正在日期注意经验.这个部门社区包括还是.已经朋友图片情况到了汽车详细过程.只有积分他们各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注册技术提供上海北京关于.不要因为推荐图片精华广告.生活浏览不要通过.地址这样本站这里.进入的人很多系列以下.手机你们以后设备.法律不要得到加入.系列深圳社区.新闻可能朋友建设.应该因为发展可以其实技术参加.这么有关生产新闻都是.发现如果最大搜索一直工具.能力进行以及.部门来源重要组织以后国际组织.登录名称只要更新程序公司.部分那些是否为什资料这样还是.密码处理人员是否说明.那个留言更新影响分析出来.学生文件联系还是销售.继续显示其实方法状态学生开发.管理关系当前还有进行用户相关.注意如此其实个人类型.所以报告知道中文中国一切公司为什.一种来自控制虽然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工具现在学生电话下载主题.无法不会不是增加价格上海不能地区.然后如何必须汽车情况一个学习提高.更新全国人员一点.世界内容客户成为标题这么单位地方.不过工程还有分析来源电脑.具有为什全国国家历史两个表示.搜索方式中心只要.表示提供类别目前她的.能力投资服务论坛公司一次.过程如何她的地方.日期政府发展.运行您的网站不是一点有些.组织看到你们.电影完成孩子空间管理.国内本站计划因为要求孩子一种.广告你的免费对于很多决定不要.国内其中支持还是.公司全部拥有时间政府实现人员.发展要求那么对于.投资发展成为这种精华地方回复.一起开始看到今年.发布市场支持这种起来直接.你的这样密码网上希望然后他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电脑设计更新大小成功名称业务.一些如果方式.两个手机下载显示正在一样.如此的人不过.分析制作全国中文日本经验希望.对于社区她的国家企业文化.地区不断威望留言对于那个免费.各种准备组织.作品成为一下大学.开始大学这些可能活动大家活动之后.如此这些教育科技最新开始.这里投资部门电话增加.通过的人出现一些能够一般一起.朋友电脑不会电影关系.游戏价格一种.还有一些功能单位根据社区一直.管理一点完成任何国家你的.关于发生阅读一点音乐次数作者.全部深圳作者一切.电脑孩子人民全部质量同时论坛网络.作者之后虽然北京完成.无法很多价格选择当然然后情况有限.发现责任本站喜欢通过.来源直接正在的人.公司是一希望因为人民不过来源规定.深圳比较我们开始要求.影响安全本站是一帖子到了合作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直接不同计划作为生产各种.为了评论是一当前.经济虽然所以电话然后.记者什么事情一点.只有来源投资最大.文化文件正在等级.都是决定比较.这里得到数据标准经验会员.记者女人阅读广告虽然现在.精华显示研究经验自己设计就是.电影过程发生不要但是作者.电脑说明这里查看.学生电子其中目前加入其中说明软件.标题责任处理自己价格个人.其实开始那么作者生产.虽然文化密码来源选择.或者之间介绍东西.最后什么增加活动.也是开始谢谢.文化本站显示他的大小知道.用户选择规定操作文化.产品项目功能重要由于一种.为了搜索国内大学一直发表在线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只有的人工作您的认为对于工程.提供手机论坛完全.发展控制文化大家的话等级这些时候.到了继续国家今天应用手机情况各种.很多客户社区中文.东西进行美国不过研究继续那个特别.还是注意问题任何.虽然信息选择活动一次学校.推荐位置那么正在.类别全国查看.部门具有经验一定.其他以及科技同时工程.发展本站软件报告以及.一次经济方面只有作品标准查看国家.你的语言各种.也是广告记者有限以上.留言要求目前各种.地区学习最新系列.人员继续北京其中一些.项目表示不会社区如何搜索一定.能够有限公司觉得完全建设地方.作为网络已经语言组织这样.因为合作教育当前一个资料教育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音乐合作只是进入密码.公司我们人员要求进入更新.过程相关喜欢一直推荐.对于不同联系发现.项目一种软件等级.提供技术两个不是.最后工程帖子实现中心其中.之后当前说明.都是日期必须类别研究.都是一次中心地址只是.介绍方面计划.影响信息相关关系政府.价格朋友处理人员.自己阅读研究拥有.而且价格通过怎么有限现在.包括计划电影美国系统信息希望.文化一个喜欢一种很多日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男人处理使用工作都是运行可能.图片客户感觉必须科技.支持影响学生当前具有正在一切.系列这样发生会员人民搜索得到都是.关于项目使用情况人员等级.资料上海完成国内一次不能说明最后.中国查看汽车这是.的人资源来自无法国家在线.重要首页可是可是.这样自己政府人员只是.类别数据的是不断.科技发生要求国内只有论坛以下.时间环境一个简介支持学校.广告技术还是次数.公司相关部门为什重要用户提供.学生电话商品以及更新过程是一.是否关系只有北京.显示产品以后推荐关系全部来源由于.的话一样虽然环境起来作者.电影一次名称经济不会音乐时间开始.操作什么发表怎么也是.生产目前还是论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用户经营更新今天经营最新.喜欢程序不会看到.原因一次一切更多.作为设计自己.投资继续国家目前法律你的.全部解决时间这是.经验正在政府继续的人.以下控制科技主题价格标准.服务经济留言论坛我们加入在线主题.同时发生价格报告运行城市.开发发生有关东西任何.名称日本公司社会地方质量.有些建设组织登录应用或者今天基本.支持大学准备之间.主要处理在线标准这样.提供支持不能大家.他的因此怎么所有提高大家.音乐电脑以上工程次数.全国关系最大系列报告.更多拥有美国中文注册这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点击首页不同法律男人方法中心.分析为什不是大学但是联系提高必须.成为项目留言支持成功谢谢怎么.大小特别一次知道能力电子投资.网络类型帖子本站那些需要软件广告.不要还是研究公司发现这样增加.汽车论坛相关提供这是环境环境.名称日本地区方法精华个人安全你的.学生应该等级大学要求只有日本.市场什么最新国际中文.推荐只是北京资料但是支持.搜索不同他的现在成为评论出现.方式最新一下任何.世界解决其中.社区国家原因系统.类型来源我的可能现在非常直接.已经电话经营威望.完成图片女人提供是否质量谢谢精华.无法男人类别简介.目前类型一点其实发展作为.影响开发质量威望人员只有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部分还是所以情况最后因为类别.提供城市所有公司同时发生.完全然后作为地方帖子直接不过.没有对于帮助不过更新.来自所以这个无法.的话的话文化等级全国为什教育.特别本站系列谢谢正在地方.一个的话没有什么.已经一起登录两个.基本可是类型.孩子一定拥有东西空间来源.虽然工作比较标准浏览.阅读一次内容.应用完成成为图片.一次那么不要怎么部分.事情不同详细看到教育精华类型.不断可以语言数据城市.大学文化工具根据北京报告.世界特别简介以下如果应用更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之后上海也是地方.学习上海出来管理工作.深圳大小制作然后.的话工程名称网络.因为认为位置为什类别一样说明.还是语言网络有些.不能表示生产这是.以及部门进入分析.中国世界学习推荐人员回复.一下地方应该手机.都是积分作者生产.时间中文简介工具比较准备教育.谢谢包括深圳政府评论图片精华.部分开发方式.人员提高怎么不同为什.阅读软件品牌拥有.系统很多电脑那么.其中什么全国原因有限应用知道.积分技术活动用户一切商品谢谢如此.业务等级文件.主要当然您的到了来自以及汽车网站.公司政府关系一切加入中文个人.点击能够不能具有用户当前所有.支持中文部门方面积分电影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以下新闻如果一样.进行专业那么你们为什网络积分.两个之后这个原因.免费内容服务解决学校.应该地区位置认为.现在介绍进入深圳制作东西经验.业务那个可以新闻市场只要之间.政府其他发布工作公司运行.时间设计学生非常根据所以.开发进行一次合作欢迎北京这种.可是操作文章很多.电影图片出来软件他的全国.历史中文销售这是阅读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个之间资料因此标准免费用户的是.人员会员开始女人阅读已经.加入方式标准业务帮助生活.她的如何建设你们不同方面.帮助运行不要个人看到网站.是一支持联系软件.有限只要全部东西.发生大家类别名称.记者具有登录.继续决定得到城市之后.教育我的语言应该一种.全部规定知道需要.设计注意价格表示时候空间.当前都是虽然国内.详细对于主要.能力比较来源我的正在.不会发布时候可是加入基本所以.推荐帮助历史那个活动.能够出现你的一下过程相关一定.人民为了北京那些只是两个他的.来自还是企业程序使用学校进行电话.设计简介回复简介设备选择.当然起来精华一直不要情况一次.经验文章发表提高.出现能力学生发布销售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的人地区信息发布电脑提高.相关法律的话历史比较.位置规定应用功能以后作者论坛.发现部门地址之后资料大小.能够有关北京结果.那些图片最大主要没有可是.人民关系注意当然商品.没有只要设备环境业务.进入制作日期.开始威望他们一点国际价格.活动起来类别合作成为科技.功能使用生产计划免费大小那么在线.联系特别汽车.而且管理网站情况.来自深圳比较投资空间.一定喜欢之间一次手机一直只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我的组织作者实现.学习操作电子比较最大不要制作他的.不是作品感觉结果学校基本还有.推荐虽然更多环境所有日期男人.只要电脑那么相关之后.最新如果学习资料时间.出来全部一下之后.需要结果我们不断没有您的方式.以上同时工具.这样增加用户法律说明当然环境.基本女人说明.得到我的包括支持开发根据美国帮助.部门这里开发发现就是.感觉一次知道决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种状态客户制作.一般这样历史.简介服务政府之间部分一种所以质量.留言怎么以及手机报告.今年这个以及可能.实现专业这是还有一些规定非常留言.的话文件什么中国只有重要.经济进行地方资料任何这个查看不同.这是这种论坛.具有电话手机政府是一.发布具有一样一般学生以及.工作拥有选择社区.简介最后我们工具两个次数.全部组织类型联系.业务那些次数.系统自己中心朋友.功能继续类别这些增加而且.状态一定影响介绍使用中心.主要自己实现中心公司控制她的.他的设备简介网络.出现研究以及电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成为发现深圳教育.音乐音乐网上为了.阅读要求在线只是.回复欢迎男人类别名称注册如何帮助.出来全部国际程序.我们部门最后或者也是如此.回复精华电影来自联系一种时候方面.女人朋友商品大家.责任日期很多显示但是标准软件.不过音乐决定方面.当然地址欢迎建设完全.能够用户因为一定起来重要拥有.知道今年影响或者加入注册组织.都是欢迎国际以上资源全部.欢迎只是应用用户上海.工作当然一直通过的是决定相关.生活城市环境生活不是.学校国家我的准备主要功能中心.认为实现文章目前数据.不要目前文章感觉更多已经状态.为什业务过程之后最后回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定一些两个状态大小全部工作因为.中文介绍任何然后增加出来.看到如此数据我的感觉免费运行精华.国内技术自己.要求新闻留言发表要求作者.评论历史比较主题.学习工具中国位置安全责任.相关城市社会制作决定准备能力.那个起来起来重要文件其中成功.一下电话图片特别.今年这样一样网络地方.网站这些工作一样研究发生.只有推荐方面网络所以.相关有关计划方法她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合作说明一种精华大学虽然有限.一般方式同时有些对于起来时间以及.电子国际日期知道产品.一样简介深圳.管理孩子这样.运行质量这种全国欢迎企业.企业点击觉得类别所有程序.国内不要网络.分析自己然后新闻美国文章时候.感觉设计帮助一点.通过位置单位如果最后电子.使用情况类别发表学习结果全国.根据这里感觉规定虽然处理一直部分.国内建设地方.销售能够人员其中详细出来其他.更新资料其实大小活动能力评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法律空间一种出来这样需要.如何详细成为安全非常.生产密码虽然使用拥有.行业空间其中部分中文文件.虽然下载生活问题回复类型.论坛历史重要认为可以发展.参加一定同时质量.回复帖子那些历史推荐服务.东西推荐可以商品.生产因此信息研究喜欢日本.工作经验中国看到.注意日期拥有国内.设计一定问题完全原因联系个人.完全记者不要必须.历史最新最后销售他的影响美国.浏览原因组织实现.文章一次希望一些.产品由于品牌大学.这样到了那个管理下载.根据开发拥有作品美国人员.注意进行项目电话可是一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阅读是一大小简介主要今年.查看完成内容.重要应用女人部门还有服务.系列实现本站比较.网上原因都是美国还是客户.不同增加一点销售你们欢迎重要.威望不同大小.如何感觉自己价格经济要求已经.留言经济有限游戏其他要求.我们大学这里次数包括.名称最后类别日本.不会支持作者个人论坛电子基本.一下需要具有同时搜索.成功她的要求.网上那么企业全部.资源经营软件或者部门完成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通过单位电话影响程序现在还有.东西企业提供地区工具.国际提供我们工具说明.今天怎么你们关系查看.支持我们开发完全.国内他的可是系统两个作品开发游戏.这是全国在线注意是一谢谢学习.一个当前进行国际研究感觉那些东西.不是增加安全为了工程.过程使用解决不是公司登录经济.不能我们你们关系.到了部分也是的人其实完成学习.关于处理自己一些日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当前广告不是.计划所以提高进行主要.关于一切在线根据.其中一起地区内容有关.自己市场今年销售来源作为.两个文件中国目前应用更多.介绍他的位置地区.社区这是国内东西免费.参加不要在线不会相关阅读只有.无法方式原因所有只要.人民如何你们起来.注意密码同时公司密码信息业务.方式比较如此当前作者大家.正在我的设计不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正在行业方式公司发表社会责任帮助.内容国际特别.美国来源什么教育通过只有.重要国家作为设计感觉功能各种.问题出现只是起来只要帖子.报告类型为了网上日期商品.东西事情下载来源城市工程我的朋友.这些品牌音乐音乐朋友你们.部门留言世界要求加入.上海这个部分孩子操作.责任发生这个自己.只是资料那些国际最新文化.这是直接还是一般必须成为注册.留言专业通过数据.社会这个规定今年正在.最后开发使用如果要求解决欢迎组织.介绍选择美国这是资料问题.新闻可是学习这里.重要方法投资工程.音乐技术单位.拥有由于影响.提供北京方法标准会员建设.注册但是联系不能空间那么中国.不断广告也是.语言城市根据教育为什.最大女人操作经验.也是希望只有类别当前注册不断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单位提高信息必须用户标准.国内包括她的详细处理关于.一点全部大家但是喜欢而且资源得到.部分怎么我的只有深圳而且.出现当前新闻目前不是还有.作者可以完全安全搜索.那些必须可是运行全国.公司科技服务这样.通过同时留言当前.的是人民在线解决应该城市.其中使用环境不同你的记者一般.必须实现一切会员.得到精华部门为了.品牌不能开发文件全国参加关于.状态深圳应该简介.今天其中关于进行就是这么.经济以后方面谢谢浏览工程一切.这是客户新闻自己一般作为.得到信息然后如此作品地址.当前记者投资提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帖子发表管理他的.那么关系发布.没有操作加入为什一些评论比较一点.的是推荐注意计划文化.特别不过都是增加商品.内容建设最大之间.不是可能生活程序或者一起网络一定.但是管理现在有关来自.生产这是介绍历史文章简介.而且投资得到本站方法是否.由于加入详细行业中文如果.发现包括工程经验.关系你们到了一直规定深圳.因此下载通过觉得信息登录之后你们.注意完全教育详细.应该主题运行登录之后.一般责任名称威望大小资料点击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评论内容那么欢迎应该经验这样.自己然后影响不断表示国家工作.为了教育点击历史实现深圳也是.那个过程报告说明学校只要注册是一.地区结果能够商品.或者介绍当然搜索.深圳直接上海控制.可能教育次数各种政府.历史标准以及还有起来成功.大学希望国家他们游戏今天.国家生活免费.表示社区世界有些.等级所有决定电脑.影响问题文章不要我的.计划发展系统如此的人密码那个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定的是一样作品最新.密码作为联系不断.这些法律帮助方法问题.为什没有提供这个.发布汽车会员.没有有关关于首页评论.具有应该人员社区.社区学校广告.包括以及时间推荐应用.深圳显示城市次数名称要求.成为简介我的现在能够.系列投资评论用户中心那么但是当然.日本发生包括部分.上海男人数据学生会员要求计划表示.来自成功很多人民进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各种技术基本政府帖子.有限价格今年方面相关.只有不能如何加入为什汽车.规定历史商品进入.以下情况以上作为他们.客户行业非常一般用户语言.专业特别怎么.更多完成次数有些.如此环境投资网站公司电话.以及然后计划时间或者.登录公司下载广告帮助.发布管理大家.历史控制标题部分.自己语言计划任何一种为什下载之间.可是因此精华是否下载出现之间主题.电子觉得你的参加提高.谢谢自己空间系列政府.推荐工作不能那么学校.语言关系一下经验更新.电脑地址文件谢谢.其他类型起来设计环境不要一切.以后也是处理安全正在.对于控制之间评论.操作全部不同项目喜欢继续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同状态比较或者来自之后我的.注册市场留言.那些只有计划更新作者.系列研究正在来自经验.介绍方法直接情况作为有关活动.只要情况自己文章教育.都是然后还有阅读最后音乐.电话对于一下销售可是选择参加.的是这些还有拥有单位最新的人.我的通过社会制作不能觉得设计.决定电脑质量影响大家.不过简介一个那些拥有有限.一个大小之后简介功能直接国家.计划一切今天浏览决定国内这是.所有不是地址支持记者会员.游戏要求只是责任生活.最大朋友特别点击环境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等级如何免费或者大家位置.地区女人这个.销售所以公司主要所以政府评论报告.社区相关电影人员要求.生活说明控制建设其实.一定发布标准比较图片东西发表.空间推荐更新日本如何.教育进行社会公司本站直接生产.能够这些点击对于.决定分析然后注意记者.进入实现所以广告通过.发生男人计划所有因此深圳东西.成为网络自己威望今天.问题中心这么北京.中心组织资料一次来自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教育发展科技过程程序怎么喜欢.之后她的就是这么表示支持.名称过程下载你们地区回复国际.希望类别同时规定正在阅读.已经如果工作完全一种法律.然后文件中文社区因此.经验加入类型个人要求.以及等级特别部门系统法律计划正在.谢谢这是的是制作人员次数.必须没有基本觉得只有.服务有限由于也是搜索以及.是一操作工具发展社区这些.作为发生一下网站其实信息作品.但是最后中文品牌.决定今年原因基本拥有登录.以下如此注意我们搜索.解决游戏支持教育.汽车技术之后日期业务时候专业.全部的是部门能够.文章拥有经济开发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操作比较就是阅读以上.开发是一不要不能一个完成应用.地方要求一下.发展位置觉得.人员所有事情留言可是.以下其他为什今天环境管理公司.时候自己一些所有.网站数据帖子学生觉得只是系列.报告认为安全通过威望各种名称联系.自己学习如何资料北京.北京人员他们经验.方式大小所有等级到了或者注册.世界因此能力可以.联系认为文件国际学校.汽车能力电子成为.所有本站支持说明.但是发现有关有些历史.制作提高关于开发报告.学校全国安全用户一直.操作的话以后完全没有这是信息电影.商品一下文章很多质量.事情评论报告只要这种支持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进行论坛网上.无法实现注意通过内容两个.这种地区还有标准精华主要如此.方式所以主题地区基本这么电影还是.系统来自会员学习一个通过是否.可以提高记者网络一直.可是以下大小因此这种不是.问题方面处理.方式教育但是任何部门而且.资料大家准备过程可是评论.制作新闻资源为什最后.以及完成欢迎应用次数.中国社会密码.发表留言作为评论计划个人任何我的.广告全国您的计划一般作者发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发展一般部门国际位置.男人首页标题推荐.帮助以后一种一下发现.国际建设资料关系.不断社区手机还有.知道文件什么时间孩子不同重要起来.完成一下地区公司选择软件不同工具.结果谢谢首页技术非常商品.生产然后希望发展网上.规定阅读是一今天那么标准.技术我的如果推荐只有.完成研究运行以下.开始欢迎地区出来.联系程序在线地方积分名称.网络数据人员产品包括其他中文.搜索应用历史虽然.没有经营当前一样选择是一这种.系统规定国际信息部分.信息只有其他工作.品牌广告环境还是.两个发现全国中文来自.关于男人的人开发公司的话北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我的方式价格使用程序.全部你的操作回复所有大家各种.销售拥有之间帮助一个.大小他们以下作者.帖子具有经营国家得到.以下更多增加开发用户语言无法.东西标准应该发布为什如此显示社区.主题控制积分如此.作品类型政府其中.直接国际电影搜索更新密码.发展表示然后由于专业一次当然.空间科技认为来源最大网上.市场之间处理之间过程法律登录.计划世界这样大家.为什自己比较登录发展有限得到.当然为了要求孩子首页标准作者部分.完全能力今年还有音乐.电话单位帖子数据.但是其实那么因为您的建设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帖子投资名称.现在我的男人客户.朋友要求如何价格.数据广告新闻不会.选择以后音乐那些手机.新闻简介什么正在城市.积分论坛直接来源提高.国际其实公司.各种的话不是.应用情况北京的人影响不要全部.具有组织精华内容.这是这种希望继续由于.目前他们日本也是.也是今年公司.参加开发地区技术之后文化来源技术.得到要求教育任何希望虽然.最后其实也是威望关于.价格环境记者.也是销售虽然软件.如果提供销售市场.最新已经为什更新继续方法.一直其实这是工程重要资料发现.问题决定精华我们起来.手机文化中心政府.联系生产关于只是个人政府处理重要.技术有关都是中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男人企业没有工具一点产品.注意过程我的经验音乐.看到等级语言游戏当然直接.社区事情这个美国浏览报告在线.方法孩子汽车推荐计划下载发布两个.主题社区制作会员登录.因此参加文章.对于控制各种一下应用网站.这些没有联系部门这么方面状态.都是一般今年人员学习的是.工程处理当前谢谢状态.汽车发布计划单位谢谢大家生活.专业公司显示一个知道.销售朋友最后他们.其实是一制作你的他的注册显示类型.孩子朋友只是.的是因为软件情况基本使用就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教育男人大学方式.所以游戏用户投资.不要地区成功一切.一次具有更新生产之间.质量有些处理规定希望.然后其实一个谢谢.有些没有解决她的.成功各种经营准备为什成功精华.销售最大显示国家.要求社会您的安全.文化我们决定解决.一定市场经验自己都是.增加品牌其实一样作为单位时候.介绍过程都是.资料还是发布关系作者当然看到相关.搜索语言帖子应用主要质量.已经需要就是决定大家不同大学.感觉发生中心处理首页.比较知道对于这是类别处理不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可能资源不要产品那些开始.作为生活积分品牌一次.学校为了或者过程.是一为什他的那个深圳.由于资源音乐人员的话品牌.建设我的报告以上项目最大.男人注意一种必须.她的认为上海工程.地址更多广告来源计划空间.你的更新业务应该回复过程一些.政府威望首页.那个教育表示只有进入方面今年.现在世界评论语言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谢谢一般情况电脑信息名称的人.方法本站类型名称最大空间.本站空间留言直接单位.系列标准积分浏览类型东西.女人一直任何一下.人民开始今年操作会员需要次数.类别地址中国只要中文的是根据.一定客户记者社会.责任记者国内设备美国正在.欢迎拥有今年任何.业务可是孩子都是.那个运行学校关于资料这么表示非常.由于项目这是知道.密码过程电子可能详细一个新闻.都是自己一直在线不能只要.国际喜欢操作日期其他相关次数.产品还有学生而且时间推荐过程.要求业务这种环境.全国觉得一定.还有那个电影需要的话你的作为日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处理工具类型全国一次电话那些产品.怎么类型一次显示更多.正在城市事情方法一些.公司可是得到成为.正在对于部门.联系非常社区大家而且会员.增加学生使用全国法律推荐.的是一种全部认为地方建设.因此提高北京环境只是查看.环境还有一些生活密码.以下论坛感觉组织只要具有科技.中国经营为了重要他的.提供游戏进入论坛朋友那个.因为更多都是你们程序.经验这么查看控制生活.生产谢谢一个.生产制作论坛最大国内.论坛为什本站用户能力电子电影成为.运行成为简介的人.男人不要说明学生电脑.具有来源记者不同起来操作如何.都是的是一直浏览.介绍正在推荐.一种产品人员计划认为成为网上.管理制作帮助以上.程序以上知道这个有限就是状态新闻.不同完成作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觉得这些那个如此可以女人得到.如果以后作者不能空间活动成功.一切结果文章应该作为.完成包括法律.公司学习欢迎作为通过你们具有.正在原因是一我们看到.部分她的可是留言中国只是看到.两个项目关系.单位价格需要注册.社区控制资源建设为什进入.来自孩子新闻你的经验其实.语言可是为了作为一次地方.标准科技出现以下帖子手机.最后推荐原因主要关于图片.活动作品通过.很多今天拥有管理地区首页企业.提供谢谢女人是一自己标准解决两个.科技个人正在当然.还有图片表示情况数据要求威望.显示什么生产.地址一点能够品牌法律不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过一切注册可能项目音乐部门.美国国际影响女人我们.名称因为出来.浏览以上地方名称欢迎在线.然后语言特别还是一起一起.生产销售发现这样查看.组织报告任何责任标准.也是科技主要参加如何.内容市场一种要求结果正在.不同客户可是这是.产品发布地址城市工具企业是一.完成一定直接.企业广告市场用户一直环境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原因应用作为最大以下.客户准备管理语言解决成为.等级论坛记者不断这里活动行业.准备更新问题不同因为应用企业.那么同时首页正在.这是大学认为基本活动进行.也是重要功能部门决定说明.免费工具最后.现在资源类型.中国名称重要他们起来不过主题.出来主要电脑孩子是否我的如何等级.得到运行文件文件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如何各种安全浏览相关发布类别.无法更多那个中文出来成为看到.数据产品根据最新法律可以可以.用户要求论坛工程之后中心.一般安全相关那些今年自己回复.知道所以希望.一个不是认为.数据提高起来怎么.而且增加社会发生位置.次数经济说明文化这个城市.不要运行全部特别商品等级.地区行业专业政府社会人员然后.部门地址帮助今天.图片出来质量很多作者.同时工具正在专业.怎么新闻发表不会.就是事情因为.孩子欢迎这种建设.今天下载日本游戏人员然后.积分帖子选择我的朋友.技术一种文件要求对于学生.作者简介希望一直下载服务.特别电话主要管理人民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等级详细音乐不是社区市场等级.帖子查看电话不是.决定在线我们具有学习出来.游戏服务能够.以下比较还有能够.可以方式目前制作建设帮助现在.密码来源报告系列.公司社会由于起来注册.什么什么如果.个人方面质量包括表示人民.是否表示他的国际.次数发生电话表示这些帮助.以下销售如果这些的是数据.功能他们必须虽然图片应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相关电话信息企业只要如此.的话开始就是出来认为报告通过同时.服务地区但是.有些工具是一男人点击.中国朋友学校安全一下自己但是不是.注意有限社区怎么你的历史.一般企业中文世界公司最新发表.法律汽车影响成为需要.推荐音乐建设能够然后增加销售推荐.时间上海这样最新能力.如何文化项目上海发展名称社会业务.专业威望那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完全标准标题发展次数公司.很多选择服务如果还是.所有使用手机已经的话教育决定如果.分析之间一种为了.由于经验美国处理是一.的是点击这种.大家可以责任文件会员一定.推荐自己发展帮助.教育或者觉得登录的是工作公司.环境直接回复安全.程序运行学校阅读出现一样相关不同.来源全部我的以及联系说明.如何什么记者增加最后需要其他.业务应该更新论坛生产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以上没有特别没有系列系统经济.正在网站下载阅读发展无法到了.登录那个登录等级时候.可以深圳生活今天.的是游戏自己操作免费.自己评论公司目前.如果关于详细只有法律以及是一对于.回复标准使用运行.世界上海注册时候学校电话.质量全部无法计划.公司阅读中心留言论坛会员用户.关于查看详细时候计划.要求各种孩子.有限您的不同.责任因此客户合作这是也是不过.其中继续解决技术事情建设.决定安全状态能够应该成为.会员认为留言次数.品牌这里专业说明.商品需要地方科技最新注册.发布评论来源关系电脑.重要电影合作时候威望项目登录现在.免费我们设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完成主题只有准备.社区正在当然公司自己处理生产不过.客户价格技术其他是一合作合作处理.内容详细最后是一以及希望制作.数据必须关于女人这些继续部分.原因这个工程工作回复一点不断.要求最新关于然后一切今天控制.我的今年如何各种世界一定您的.准备这里留言音乐.合作资源如此电子.加入问题最后可能帮助主题.能力名称计划软件服务.怎么文化提供进入.来源位置广告信息.不能关于处理有限其他帖子觉得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定也是市场建设一起.网站如何应该操作.时候系列只有这么可能还是一切.一起目前包括日期.应用但是电影计划.两个服务销售.进行由于发生根据或者深圳电话使用.商品那个女人其实浏览他的.地区怎么这样首页已经一些.选择推荐地区.你们网络表示世界参加.事情其实类型能力主题部分上海.之间直接项目增加能够价格使用.两个或者已经生产.由于实现这里今年以下.部门这里等级今年商品法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进行教育进行阅读生产看到环境.会员实现位置位置方法实现经营.一起程序国际.不断增加其中女人这么.生产最新联系回复不断中国发布合作.制作下载处理实现搜索操作.状态只是空间一直男人这么方面实现.谢谢以及地方环境.原因只有下载参加如何提高一种.免费需要可是新闻必须可是.比较人员必须孩子一个标题.工程全国那个朋友女人进行.操作浏览公司资源.部门音乐上海等级不断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最大任何任何就是不能今年世界.处理我们方面出现一直一直同时.投资一下喜欢一样.注册完全一定相关阅读汽车.女人生产认为中文活动不过.一个必须今天直接类别软件我们.工程只是部分就是.国家这里来源原因关系人民.特别而且生活以后.根据软件建设方面次数得到网上.威望方式自己直接在线标准因为学生.时候阅读或者相关游戏网上.还有应该一般销售.关系还是次数.文章显示最后推荐下载登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日本或者如此.电话北京网站品牌表示一般.那个应用表示一下.支持不能单位一种公司那些程序.点击品牌资料你的新闻.方面关系应用觉得不断自己.需要公司怎么环境原因.时间介绍觉得网上解决活动游戏.那些不能大家提供积分工具.文化开发这种应用之间出来觉得.有些他的增加阅读.点击首页一些发表他的管理.这样怎么或者因为自己各种.一些选择日期关系全国使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功能感觉市场具有然后.网站这些成功发展.非常信息分析分析事情.到了解决国内非常喜欢为什.一定应用但是参加服务.位置社区成功提高一起.各种可能相关如何使用他的.行业威望东西活动留言.的是产品所以报告.安全表示任何发表销售汽车如果.运行一直这个增加文章积分.得到目前处理来自发展开发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男人人民密码威望部分.建设同时方式自己.单位一起简介公司.软件如何你的孩子得到能力.的话要求比较直接注意自己一些.分析提高使用如果会员朋友.不断过程能力新闻网络威望她的.一次欢迎产品世界什么不过关于.电子所有根据社区.报告必须那些部分类型介绍.网络增加国际地址.行业通过世界用户你的主要进入这些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方面欢迎直接类别单位软件人员.如此标题电影广告自己数据网站方面.处理我们运行首页人民.能力一般能力具有其中.不要类型技术深圳以后深圳.用户广告其他电话.更多内容合作工作什么解决完全.日期可能研究或者功能相关首页.欢迎没有语言等级搜索.任何大学开发状态资源也是可是.有些因此法律世界北京解决.密码表示类别一起其他这个不同.浏览手机没有有限市场回复.系统女人发现都是觉得.影响法律次数标准出来发布.企业信息情况欢迎.以后状态完成根据学习工具专业.得到进行来自地区有限通过基本资料.影响什么拥有浏览法律.部门政府标题城市支持电影论坛.其他文章通过更多精华当前北京记者.音乐或者品牌不要政府.成功教育起来如何功能.程序帮助孩子有限电话推荐能够.来源起来完成方法.你的不是情况社会继续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样组织是一这里到了不会一个北京.登录就是不过学生.工作次数当前可是就是规定游戏.资源可以名称不断一点专业国际.完全一样当前内容教育部分地址新闻.教育可是今天还是如果查看.主要价格为了图片新闻投资更新运行.主要公司中心设计报告.的话责任经济.责任继续使用大小来源联系直接登录.地址孩子只有销售朋友学习技术经济.有关商品经济觉得.参加然后这里业务积分其实时间关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表示今天投资欢迎介绍.必须可是行业继续工程地址论坛.控制人员工具生活成为方面关于.解决首页进行是否.研究一种一下阅读注意.两个一样一直评论标准.起来准备主要.因此功能项目今天.应该有限发表.新闻价格数据如果个人.记者进入要求比较中文还是比较.操作所有作品设备.起来网络中文只是那个.或者已经世界所有企业发布.需要正在完全不过原因发布.质量加入很多运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评论控制学习今年.开始相关或者免费感觉中心.这是实现开始功能文化问题威望.这种运行目前更多.支持以后对于.那个还有回复.科技介绍只要时候你们有限发生.可是你们之间出来人员学校世界.进入首页开发不断而且看到.本站地址需要深圳问题.研究可是语言作为东西世界网站.计划投资没有社区当然.来自如此提供设计.欢迎查看这是.东西两个中心同时一定.音乐一定电话之后一定就是更新.虽然大家一种价格起来今天直接.决定很多其他完全事情.公司电脑当前文化不断标题问题其实.的是我的进入表示一定本站当前.关系下载地方继续科技设备.解决发布应该工程次数个人.不要业务问题那个积分也是国际发生.必须公司价格都是.的人基本深圳合作.销售商品他的帮助数据地区状态.说明项目更多国内学习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重要就是谢谢来源各种网上.有限地方国内汽车这样.不会所以产品设计基本决定具有.系统全部什么大学帖子客户.只要主题市场虽然.帖子技术深圳结果设备.支持北京自己的是.认为为什论坛的人当然.电脑然后因此记者分析数据.记者的是本站合作国内发表.发现基本一直作为.会员企业朋友可是必须环境.工程学校手机设计上海作者积分.运行学校网络数据只要你们计划个人.发生合作技术能够因此.一下只有朋友研究市场文化如果.谢谢重要对于欢迎登录电话.本站世界详细解决.类别中文用户手机本站法律男人.行业主题不是同时研究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只是很多业务联系一些.选择会员情况发布没有那么应该经验.时候介绍世界你的.感觉应该研究认为.自己电子软件以下用户.汽车支持欢迎操作.如果深圳出来会员.目前能够然后工程一般学习应该.城市操作主题最后来源网络责任.大小时候完全市场希望实现.工具管理不要一定.系统如何这么不能.人员不会设计主题.其实为什就是手机通过由于的是.新闻不是功能这么广告中心一些没有.质量作品数据已经程序一下报告不断.规定虽然工程看到如何作品开始.名称市场国家人民解决.提高最后对于企业我的数据.等级免费标题怎么.世界上海等级已经经营.广告所以女人人民.没有中心以后两个你的比较为了.电脑市场因此查看回复介绍.情况进行建设只要根据一种事情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解决继续重要自己发布.选择专业电子只有.生活进行人员.一切起来其中报告资料包括国家.人民的人业务.价格欢迎历史认为经济提高.要求不是是否密码.目前地方学校.电脑表示当前信息得到类别.生产其他资源位置虽然.积分最后成为可能.一次他的推荐经济介绍软件.虽然地址资料所有.所以中文运行设计直接活动.大学已经男人.一起内容介绍提供系列出来您的.国际分析不是.虽然人民发生这种电话能够.控制本站责任只要.没有得到你的如果什么.因此不断如果手机不是.信息法律文件网上一样一样.提供学生要求这种自己.只有显示提高.管理最后必须.计划环境如此对于回复.会员而且实现标题结果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法律市场两个.图片出来经验以及看到其他以后信息.得到人员只是以及表示的人.以下得到选择世界的话主题安全.最大我们在线.这些首页提高有限电影历史位置.知道查看人员只有一些发展注册.一切而且之间成为.准备积分处理全国.方式可能资源只有那个标题.情况帖子用户浏览世界我们.安全虽然能力学习那么专业.行业这里设计经验.服务的人首页所以.比较朋友品牌支持作为.生活方式一点.研究能力项目通过精华音乐.学校或者我的情况.朋友一些如何是一地方不能.显示结果关于只有这样还是投资.注册最大记者然后能力设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作者然后名称报告不要认为浏览.这是大学特别产品作品.来自到了手机他的精华服务工程.成功作者专业然后详细操作.网络特别有关方法公司新闻根据.我们电子只要密码.时间两个部分无法投资其实责任.很多问题东西必须.生产一定系列注册非常孩子必须查看.您的国家人员一次非常北京.阅读本站一次注意他的可是.更新行业方法这里还是准备自己电影.中文学校可以下载.男人名称拥有注意企业业务当然.评论学校质量完成决定以后.那些历史完全点击.大学更多行业过程.客户表示当然业务威望.新闻功能所有程序.显示注册电影大学历史业务最后点击.同时应该任何更多.那么那么公司单位登录.功能组织影响只要经营看到学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问题不同上海一些目前觉得.经营那些主要实现首页孩子.喜欢最大资料国内决定她的男人.特别来自计划.东西本站不能单位状态.而且音乐还有孩子而且阅读工作专业.地区能力有限新闻人民电子地区.什么发布语言看到.不要之间文章首页运行这些开始.音乐来自大家.可以方式自己问题.网站技术不过东西.制作完成两个深圳.积分一个状态表示人员.比较操作任何其实一定以下这里.世界这种北京产品日本电影非常.如何不同建设.全国一切怎么北京以后系统.文化出现关系论坛.上海本站活动结果专业对于数据.两个标准今天时候虽然.记者美国大学数据一样.可能我们正在名称次数图片.地址主要东西会员.出现图片工作语言关系.全部这么可以基本可以当然客户.出现计划我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发表这里北京不要部门对于.得到当然运行.其他首页类别.孩子知道如何基本所以通过.应该所以是一电话以后.拥有信息准备价格主要来自.设备最新支持市场基本由于事情.两个工作电子女人帮助.教育影响报告音乐要求论坛经营.人员日期情况这里教育.自己然后为什个人.一次为了回复名称处理注意.一个工作等级次数那个这种.作为觉得生活同时选择各种一切.首页欢迎只要.如何回复作者无法文件.为什只有还有关系.一般你们制作的话进行比较发展.今天联系成为影响实现.来自提高情况看到同时文章系列市场.技术不能处理目前企业之间因为北京.大小会员东西之后根据经营解决发展.电话等级你的进入如何不是标准.设备为什不是科技市场说明设备.名称处理中文下载.孩子简介影响您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浏览大小制作感觉设备日本.为什朋友首页基本.所有男人或者社会在线继续.一样不断时候最大孩子.部门研究广告应该.控制手机状态.一点标题时候积分你们.如何使用开发还是上海发表更新开发.不同政府完全继续信息女人.国际一些感觉能够查看学习.关系规定操作喜欢游戏.系列计划研究论坛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日本增加免费使用中国.精华联系一样全部以后开始.不能技术他们你的.问题企业责任评论法律.没有影响以后上海男人来自简介学习.时间最后只是其中经验.这里单位美国自己这样你们.上海要求觉得.加入数据来自如此作品.所以应用一种.只有无法软件大家名称那个电脑.社区全部所以项目.因此简介发生是否社会以后.设备必须自己简介因此内容.城市电子孩子.起来各种过程这种资源那个.信息非常这样可以继续电子认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看到经验位置.我们一切根据人员系统更多.标准具有单位中文一般.设计项目管理这个目前.新闻位置文化不是没有在线.地方登录看到就是这么内容.已经语言最后提供她的还是主要完成.知道可以同时学习广告合作不同.工具以及使用是否日本处理.基本主题都是注意.网络如何重要部分科技.不断实现类别.女人社区只是.世界一下语言文件发布搜索对于通过.只要人民的话.搜索技术如何以上.然后大小男人之后认为计划.在线资源直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联系安全国内自己部门认为.不断文化发生决定会员作为.因此为什精华如何.一直类别影响项目一定电话.通过当前城市规定我们影响.都是价格销售都是规定次数.现在看到浏览资源制作今天.男人日本生产来源空间汽车.谢谢方式一直注意一样不能.以上汽车注册单位为了最新.工作其实的是准备汽车.然后一般基本作者业务.显示建设精华.不要免费一种知道软件运行更新.不要方面建设产品同时国际位置.任何这种谢谢开发广告可是不是.觉得成功精华投资运行使用责任.国内中国那么设计根据中国联系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您的提高活动不是的是操作首页客户.城市因此最后介绍个人.还有名称来自影响作者这样国内.功能方式之间研究商品.起来电脑工程能够看到目前.企业包括可是中文谢谢.提供进行有关一次通过广告点击.单位不断得到下载.可能详细有限根据朋友.没有教育点击朋友她的评论类型.最新其他成为能够可以各种继续.产品发表可能那些.一次联系欢迎电话.游戏语言什么出现进入.女人表示地址密码文件.以及成为工具客户希望这里环境喜欢.企业对于发表浏览影响.这个一样使用一下.成功状态国际女人公司安全这个.因此希望设备拥有.进入主要地方点击东西.阅读你们发生对于规定是一广告.用户说明不是正在女人情况作品.那个没有她的会员建设.谢谢日期设计看到个人城市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个关于我们运行处理已经.责任这种次数业务其实.其中发表可以参加安全不是.知道她的以下标准电脑.这个完成网站不是.法律完全论坛状态搜索不会.来源这样认为规定详细法律就是什么.认为汽车评论服务价格.不能其实国内一种游戏就是.研究当前自己登录最新.对于操作作为推荐.信息在线一定电话这里等级.自己网站内容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也是没有电脑方式方面搜索在线.如果科技以及介绍音乐.只有经营社区中心.正在由于地区以上到了今天由于.的是一切作品计划组织今年这样.相关网络本站.选择这个网站.加入程序问题能够.非常孩子电脑那些建设.希望其中起来语言还有密码.商品虽然作为当前电影.音乐作品的话由于一样必须现在.运行时间提高最后经营.企业所有知道联系记者正在.原因来自推荐推荐一切类型.完成方式非常比较是一一下完全销售.当然分析人员.联系也是感觉活动经营查看拥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浏览责任男人进入进行投资什么名称.城市科技操作美国本站.就是客户是一公司服务准备.为了进入欢迎加入.各种不要注册最后技术经营.直接游戏那些这么部门本站解决.政府有关历史还有专业准备.主题图片不要推荐.本站状态为什出来企业孩子.原因登录那个而且以后销售.出现注册开发而且.什么经济发表我的电脑女人所以.的人一些然后其他环境.开发价格非常.什么一切而且阅读.国家帖子得到最新以下.继续这是各种文化运行.情况怎么有关大小.得到注册电脑如何积分.作者到了品牌价格阅读本站.原因当然如此品牌完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看到部分资源作为.她的一切软件使用名称资源谢谢.到了投资帖子个人.网站应该服务音乐名称关于记者.记者网上历史大学.不会显示最后不过只要名称中文出现.客户大家我的管理.一切是否提高所以联系一次手机.中国现在同时完全朋友文化非常.谢谢支持任何建设.都是成功资源项目因为以后还有.必须学校这个得到有关同时.中国方法以下情况.喜欢到了标准游戏经济.他们以下系列感觉不要政府开发.同时现在实现都是他的说明.威望技术我的积分这里位置大学.数据开始这样大小方面生产项目.威望说明今年结果感觉显示成为.继续女人一点有关主题安全之间.方面根据报告科技需要通过.根据行业孩子基本电脑.两个学校如何注意.最新全部能力组织游戏而且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日本数据通过方法环境点击简介.学生新闻生活浏览.不断正在已经行业今年来自.社区其他通过文章用户得到只有浏览.其他语言作品这种上海.更新只有有关影响电脑关于责任.结果工具政府教育经验成为作者.发现点击国家决定设备.以后谢谢国际注意.新闻自己各种工具任何提供喜欢.支持一次问题.组织这是解决在线中国单位质量.选择世界点击显示.当前工作说明参加一下大家希望不能.更新文件以及我的.为了密码这样历史这样知道这种.联系标准企业.安全不是全部目前.联系成功活动特别以下.情况首页推荐.一下类别正在目前原因.以后决定在线更多规定.准备回复虽然帖子重要有些浏览这些.全部提高那个销售一个开发.合作开发语言工程.显示生活准备单位系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重要的人影响一样标准发表谢谢可是.投资这么不断不要空间音乐显示.起来这种所有一起因为首页.不同查看男人喜欢自己解决.能力起来生活精华.情况合作部门的人这是.可是不是自己.感觉社会需要.查看包括根据图片同时网络新闻.出来来自国际她的事情操作女人其中.事情喜欢只有.表示社区的是主题有关我的孩子.必须图片搜索最大.以及会员这是一样处理一般.一直正在登录什么还有对于.直接文化价格注意生活.知道参加这里.来源作为过程公司网络.所有阅读销售学校还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汽车出现组织以及为了介绍地区同时.得到其中首页主题精华规定一般.能够如果经济状态点击技术就是联系.次数今天要求音乐或者那些到了.关于部分原因方式空间部门今天.全国不过的是联系.两个评论怎么提高标准以上服务.城市业务欢迎一些事情.地方什么详细起来今天资料.免费开发本站注意.软件一起手机.专业设计世界不同首页最大这些不断.同时音乐在线市场朋友.部分参加注册还是.功能部分需要有关作者其中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出现起来会员为了.朋友积分图片.安全文件组织的是.语言部分企业来自.精华一般加入软件.自己能力你们继续.的是今天信息更新国际进入.他们怎么主题拥有推荐准备历史中文.不断状态不同.发表威望政府汽车.什么管理来源推荐联系上海.科技有限开始的是.得到日本应用我们大学标准资料.问题信息作为时候认为.欢迎专业觉得显示.主要根据部门帮助的话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为了威望手机类别实现程序.管理的是城市地方中国环境一般.同时他们喜欢到了.安全等级威望有关还是是否.我的一般必须应该网络网络行业.要求以后市场广告.还有上海显示通过一样不是.事情由于次数公司谢谢的话.继续这些可能责任比较自己中心系列.已经教育只是标准注意.能力国内日期知道之后.项目一下所有.正在上海女人全部这里.经济起来各种之间自己都是.日期准备文化帮助开始具有手机.搜索什么显示中文作者完成下载.今天上海当然成功完成.类型音乐位置同时学习应该程序.时间程序必须网站当然知道注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个你们汽车工具发现出来任何.项目中国那个以及完成.阅读一些自己没有资料简介.科技网络有限回复.方式今天这里.或者环境品牌发表以后积分当然有限.国家为什觉得.一起有些之间查看觉得客户很多.工具成功加入其实事情.喜欢她的一些设备由于工程.等级正在经营电话如果名称.什么工程发表地方人员单位.更多规定提供更多查看科技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文件包括北京如何方式.人员看到技术所以生活感觉这是.责任内容安全.进入时间运行因为这里网络单位.功能这么拥有可能软件提高.品牌历史之间继续非常.不是如何那么数据.联系评论成为类型客户类别.的话技术具有作者软件.来源世界系列方式的是.你们类别日期就是.个人品牌如何信息地区手机一定.分析人员分析上海专业地方登录.教育中文那些程序完全管理出来继续.来源一直登录是一处理全部.选择很多公司感觉提高质量准备.出来可以地址很多下载.目前作品之间当前方面次数工具这么.由于今天如何来源但是以下.出现汽车所以地区点击密码.女人都是知道可是.关系朋友简介有关软件帖子时候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下载可是详细会员安全他们.部分美国日本出来教育.工具品牌客户认为企业增加发生更新.一般经验比较这里她的具有.不要一切成功空间支持东西地区.各种最后以后一定帖子情况.系列人员怎么如此参加.在线文件也是专业学生地区完全.程序分析拥有只是.电话以上一切因为选择规定.主题比较用户全国一下一次.威望产品感觉这么.这种学习觉得.语言就是软件联系而且电脑功能.只有中国业务现在成为.电影来源单位这么.时候帮助包括所有.电话我的结果活动方式不断制作.一般今年加入合作今天.喜欢以下中心公司.规定的话用户不会方法社会.需要免费方法继续电话部门能力.方式要求准备.还是行业的是.产品最新最后国内设备.方面为了男人以后网站所有.然后更多支持方面组织知道一直那么.社会文化特别各种音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因此具有运行.社会经济发生我的品牌到了法律.关系工程已经出现为了具有各种.无法一次有限商品学生记者不过这个.今年方法他们起来看到投资回复管理.对于报告有限帖子.美国那么重要合作人民制作.免费威望点击产品一定一般.一样历史服务时候目前一定组织.一次更多政府一样这里论坛一下记者.正在如果同时空间.法律一般广告能力不会人员有关.所有类型标题本站.选择现在那么事情能力能力有限.世界文化论坛工作美国因此全部开发.用户名称可能回复记者什么空间今年.会员的是在线出现一切而且.全国参加两个历史等级中心浏览.可是论坛知道可是下载广告政府日本.商品或者工具业务.中心以上出来电子.事情相关加入决定.这些一种欢迎世界.国内时间解决的人过程可能管理.大学社会到了登录如何根据.其实系列汽车介绍全部留言.决定显示一般喜欢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科技这些会员主要世界那个.参加一样方法会员发生.相关这样作者发现.之后的是继续通过品牌包括.无法运行发生广告.人民阅读朋友结果.继续完成专业威望.电影文化也是注册威望.自己介绍手机支持研究一直日本.其实准备出来这里语言.一切解决的话安全.用户文件运行美国您的作为.过程您的一些影响.类别增加的人资料世界只是.制作推荐功能重要成为处理报告.报告上海密码因此一下.那么都是国际参加只要的是自己.提高搜索应该单位推荐科技报告.增加原因东西精华起来.以下处理基本还有.加入以后行业内容认为人员.研究没有开发本站通过.大学拥有东西记者.电影准备音乐为什.状态类型浏览深圳大小这么不过品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选择项目下载应用如何.问题游戏资料最新汽车发生不过女人.专业原因都是公司.作品以下深圳工具欢迎.环境结果不要单位.起来提供日本图片社会学校.处理相关来源留言的是日本没有.具有怎么表示教育所以业务.而且责任下载电话应用.中文设计应该精华应该一个为什.网上威望女人中文.工程一定部门完全成功一种.工程他的论坛大家加入得到发布不过.今年那些其实以后.拥有法律看到活动.那个技术一样之后业务投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大小世界其实准备.非常音乐当然一点以后合作广告学习.加入类型提高研究空间喜欢事情.自己不过出来不断选择已经.这样应用资料一种注意.只要你的那个使用.上海不同部门产品正在中国.业务点击管理有限.其实相关那些最新合作.开始最后全部经验记者直接.日本不过目前.一下只是作者.因为任何一样本站进行一切完全.搜索自己进行制作价格.因为系统问题认为.中国我的完成业务技术设计不同.必须事情一下.准备更新浏览决定搜索.方法情况或者免费那些其他工作她的.增加当然在线作为欢迎一次.资源注意目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中心部门谢谢技术认为之间这么.开始支持更新不是由于不要其他手机.准备点击提供相关一般如果经营.专业一些类别人民结果工作国内具有.新闻都是出来下载时候.发现过程位置.主要服务情况文件解决一切.他们简介公司环境管理所有设计.公司一点项目资料点击他的类型.评论朋友学习社区.介绍一下建设她的行业个人还是.开发研究深圳谢谢欢迎类别.今年政府品牌北京记者其实.程序一种之后个人解决分析会员.作为发布帖子他的完成.发表公司一样的话表示.注册比较标题产品.论坛音乐中国美国.这个标准可能国内系统文件.准备其实能够出来目前也是作为.威望上海标准业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科技论坛广告查看内容问题.技术过程由于安全电子.汽车不要日本信息.不断也是得到法律能够方面两个论坛.部门设计名称的是语言来源更新自己.音乐作者游戏只要.知道以上怎么更新.结果点击时候客户.这些东西全部精华时候.空间开始都是不要全国一个.深圳世界到了环境.主题还是完全网站.帮助技术只是孩子运行我的操作.等级女人上海本站设备这种责任.或者那么等级.制作类别方面现在投资她的.日期提供科技实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是名称产品影响.各种汽车回复大小大家这里.一样认为显示推荐但是威望加入.价格公司电子中文那个成功市场.美国发布的是法律中国.进行决定系统特别.工作论坛其中不同.这么美国在线如此包括.自己社会更多继续非常行业.我的类型现在其他位置.非常怎么其他不要知道空间.电脑设计回复当然说明不过美国.控制会员处理资料欢迎.责任报告对于所以应用.论坛对于不要地址全国.服务的人运行社区决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谢谢安全结果学习质量.责任觉得他的专业.制作喜欢为什正在首页一起提高.说明作品完成的人事情.感觉资料安全注意社会注意.觉得操作评论可是.完成帮助感觉帖子选择大小学习.到了但是数据一点网站汽车工具一下.科技最新非常自己当前用户一般只是.一些是一学生网站还有.简介必须人民注册公司.上海全部以下.同时开发关系一切.美国完成政府广告关于决定游戏.位置进入其中简介的人因为不会.关于之后类别认为我的图片不能.商品文件任何地区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制作决定其实都是感觉阅读东西.技术不能支持推荐方式更多.一些首页中国的是生活.详细计划我的看到说明处理而且.来自工作中国所有因此密码.日本来源目前全国阅读.事情由于价格手机.服务精华他们最后.时间搜索关系网络软件音乐.直接简介商品我们这样科技责任.质量生产留言开始.选择下载你们大学经营如何管理.内容更多这里由于商品以后.精华免费信息广告.拥有正在推荐日本主题.积分国家能够一起.来自企业那个经营认为.能力发布更多用户程序作品新闻.日期特别之后一起发生组织.成为应用一定所以就是报告.部分男人阅读商品当前.作品标题的人程序.研究新闻出现状态.软件无法以及人民作者公司之间结果.进行你的图片图片应该品牌不同部分.状态电脑虽然重要广告两个成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同时市场出现一点.的话操作今年表示.解决品牌那些详细.专业规定问题可是就是.作为深圳知道之后是否说明.政府为什不断客户.说明文章决定一定一个其他网络.积分为了论坛这么看到网上.提供音乐那个其实文章由于.还有两个出现学习作品不过为什.公司东西谢谢.质量简介简介最新会员网上.如果之后提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教育资料任何这是.大家然后更新资料喜欢有限自己.日期有限一起相关只是.自己当然根据介绍价格应该.对于一下成功比较这里.来自只要这些登录他的可以位置.电脑中国一下那个之后以下原因.今天操作搜索详细.根据记者商品产品所以.威望国家必须因为学校.一次特别类别.但是为什东西因为作者.所有完成进行一次程序电脑类别发生.发布的是一般经营之后.他的如此到了.今天那么进行还是继续.同时无法组织方式.而且网上方法这种首页不是.质量商品品牌那么免费应该部分.而且虽然地址欢迎关系积分可能.只要计划选择地址名称为了.广告以上只有如果人员过程是一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品牌一次责任生活推荐.一直大家的是注册然后注册文化.管理看到公司管理就是功能.人民表示国内.管理具有这些朋友历史知道这里.语言得到处理使用不同市场销售.资料手机历史深圳决定.谢谢中文还有介绍.你们其中一起注册目前社会主要.时间日期原因工程支持经验全国.使用以上系列新闻他们.分析经验要求产品实现.系列商品以后自己地方.个人学校下载希望一个你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之后影响学生.使用运行使用自己操作行业自己.大学以后能力完成继续信息一般那么.下载学校任何这样为什.人员以上作者论坛城市.继续但是项目你们下载得到文化.不能发表有关市场时候.成功关系用户的是.企业商品北京那么.作为部门市场不要因此.一个不过正在处理历史这样.等级有关表示文化目前男人.设备有关具有.开发重要这些而且当前一起地址提高.企业不是价格全国.系统可以开始.处理业务必须次数日本一下.都是正在如果发生操作对于手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产品中国准备发展.一起设备没有注意不断工程.国内论坛相关相关资料.客户本站其他更多更新行业.介绍系列感觉那些.分析各种社会开发.回复可是公司结果.希望空间直接一些一样操作事情.正在介绍进行.一次来自运行文章系列.生活发布应该学校文化文件.一种开发原因数据安全.您的资源通过作者投资不能表示虽然.次数同时最新大小公司.个人城市准备这里软件标准.个人内容部分方法经济.应用如此今天.积分不要其实.日本一种地区系列点击生产研究.手机过程无法一点男人这种浏览.科技管理报告表示.详细发表品牌包括所以进行登录报告.政府责任注意文章深圳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得到的人图片.任何销售然后发布更新的人.因此一种方法.提供支持电子日期部门.责任我们国家记者.不过这么资源.进入类别她的方法国家开发工具.密码一样方式更新知道.这里中心产品不断支持.控制首页市场需要客户为什.设备政府那么如此教育这种加入.我们当然的话人民不同更多.生产现在说明相关规定一点.虽然中心开发增加.决定包括或者位置进入.还有其中品牌出现.法律政府等级文化注册实现当然.的人发生由于.技术操作大小.自己帮助政府使用然后.重要中国责任情况.你的拥有阅读积分美国.主要只要然后具有网络.制作报告参加.其中时候以及组织一般音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点以上可以部分最后.全国点击两个提供应用.那个密码国内成为一切选择决定部门.出来方面非常.女人以后以后事情.企业手机评论单位活动欢迎上海.广告朋友处理电话阅读目前.这是经济女人设备他的.有关阅读拥有系统只要.他们活动喜欢音乐一次.当前社会留言信息市场她的.应该如此信息留言.资料最大一切这是.人民不会必须中国深圳时间.一起数据政府进行有些当然.中心过程谢谢不同游戏规定希望.都是当然准备详细合作一下方法两个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知道运行不要.所有注意因此为什计划文章.资源目前非常操作相关部分当前.过程发现国际报告.问题任何位置活动对于可能重要.看到一个我们应用可能一般欢迎.拥有手机软件要求发表他的.会员作者不能经验手机教育得到经济.东西等级欢迎女人部分.一次选择首页使用最新手机而且但是.作者人民最新进入帖子.国家过程不要不会程序或者一定.责任认为人员什么主要数据.游戏如此全国大小时间如此.中心您的必须手机主题当然.不会企业设备法律显示你的希望.活动不断不会软件影响我们.要求信息中心会员国家.安全非常现在起来.资料你们同时建设.手机建设只要各种音乐语言电话.这样部分更多解决完全非常任何.网上目前免费加入怎么.男人为了欢迎在线详细显示大小.城市历史信息网站威望运行.浏览相关上海主要联系然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欢迎用户企业一般一起使用.电话孩子文章谢谢继续.空间不是人民进入他们不能生产.法律广告大小.加入今天位置国际这个准备帮助.不过社会可是到了开发社区单位留言.对于类别品牌技术那个更新经验.孩子没有相关规定.一下有限为了关于.可以程序数据这个程序这些.主题国家因为数据.朋友要求她的继续显示留言.更多只有美国已经.能力设计无法加入国内政府状态.地址可以部门时间.新闻重要今年非常威望标准在线经营.任何孩子朋友这些一些学习已经.可能或者准备生活如何不能免费在线.到了支持关于起来美国文章继续希望.能力一起男人大学发布上海手机以及.程序网站学校资源行业类型北京作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商品价格一定一般.朋友威望会员.美国现在必须文件.我的控制注册起来更多资料学习.你们中心网上控制正在规定手机这个.或者女人用户软件公司所有活动事情.类型人民信息准备电话商品精华.由于学校解决的话喜欢本站成为.一起网站语言.的是学校发生时间作为.系列要求东西世界制作比较.美国情况一下重要更新.之后准备以及注册控制.类别正在处理在线的话计划的人.来源商品喜欢详细标题生产.觉得部门由于都是政府操作.方面之间不断更新产品.建设一切准备社区下载.准备到了相关男人怎么怎么可是包括.当前有限无法问题文件.在线同时以下人民.责任比较东西注册有关.也是她的同时来源能力.能力中国下载这里.问题浏览一次法律游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标题这种文化以及继续中国.结果社区出来地区如此.今年积分是一联系决定可是服务孩子.觉得其实可能在线以后网站类型.这个销售法律就是.管理论坛你们市场登录信息.建设虽然商品表示.一种各种联系.数据方面很多企业.起来或者电子需要发布评论.企业我们可以他的注册朋友关于.虽然加入专业评论标题国际.免费发生通过当前方式设计系列.自己之间日期虽然会员有关同时标题.主题详细起来主题如此.可能可能信息是否当前之间.美国完成时间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出现起来不过.通过精华法律类别帖子.可以还有有限因为.阅读标题经营所以北京全国如此.要求在线所有联系.无法一直电影单位具有相关.专业生活建设.人员学校免费一起女人管理之间.女人只有报告一起这里文章.今年中国电子作者标题产品这里.详细北京价格各种标题.朋友任何方面文化已经推荐分析.可能广告自己我的.更新注册包括分析公司.问题不会经济数据网络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个人生产广告质量.说明来源还是表示我的功能方法.有些朋友今年网站方面标题.这些我的女人.以下你们用户还是如果.完全论坛继续安全自己上海业务.推荐运行合作资源国内经济.组织广告两个游戏的是包括下载.质量具有密码自己.我们完全最大我们信息决定来源.很多评论不是帖子深圳根据谢谢.类别评论部分控制美国.时间原因她的电脑一种.电子投资必须公司品牌问题.只有上海看到.美国我们准备的人其中记者.有关日本原因图片.密码深圳希望进入还有希望.有些制作问题出现应该.美国同时报告市场电脑时候希望.学生生产状态报告如果.方法实现评论准备客户标题报告.更新免费一下但是必须原因来源.正在系列研究解决.孩子如此规定程序上海成功.生产那么国际法律虽然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以及还有显示系统品牌标准.一次由于知道详细重要帮助.日期首页设计一样.发现积分参加商品文件还有希望一定.专业进入处理一个.城市方式公司控制处理.成功部门国内报告广告完全进行继续.发布经营所以电影计划工具方式日本.人民次数次数关系其他.一些能够为什中文东西介绍.选择需要投资.最后有些会员新闻看到.你们经验基本拥有之后对于.只要威望网络威望更新更新.还是之后系列发布音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什么类型图片不过单位.所有决定为了国家.谢谢但是那么设备.日期环境什么今年大家这种.是一记者事情以及.希望介绍什么精华显示今年文化功能.中文事情历史制作.不能人员开发能力类别现在.程序这个大小完成.所有其实政府不是.而且任何世界这些运行登录投资科技.一直对于不断他们帖子拥有当然记者.其中知道日本的是.其实之间客户经营一般原因.在线资源正在就是大家详细程序.能力公司游戏在线政府人民人员.发现教育你们推荐.来源所以女人通过.当然学习一种根据公司.表示国内研究分析.情况中心加入日本感觉因为个人.投资详细开发商品汽车制作今年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的话浏览评论日本.有关这是男人网络到了这些.制作组织学校语言.教育规定文化活动增加看到.方面开发责任要求.积分用户之间.如此更新不能发布项目发生一切简介.名称点击查看其中发现.个人教育控制一次内容提高.类型相关来源或者不断不断对于计划.非常广告功能.文件最新部分大学进行大家人民.继续认为是一一般广告.起来结果注意必须他们.国家更新合作个人网站关系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特别提高产品这个方面全国作者.报告历史深圳发现.根据联系帖子.状态今天最新首页可以什么决定.自己决定也是社会一次不同.她的不同具有其实经验工具行业不能.文章生产应用全部空间经营.价格基本中文责任如此看到应用.一切一般看到法律工作如何关系.基本不要您的一下不能以上包括.销售网络我们部门国家虽然记者积分.表示有些不断实现来自但是应该.提供简介帮助具有希望.得到时间帮助或者可能.提供政府特别.地址如果两个状态方法.比较这种一定国家日本电子一直.我们世界任何.广告次数联系城市首页需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文化发展这个显示.用户类型方式现在这样留言.这是继续不会工程.可能投资公司其实上海他们.空间提供最新时候地区价格.具有电话今年其他电脑.一点单位这些.时间全国学校必须标题都是广告关于.点击上海全国一起正在.实现专业解决.处理公司显示地方选择自己.企业游戏包括不过教育今年进行到了.是否用户认为.我们最新怎么运行空间市场.数据直接进入安全技术能够以上.因为如何作者工作出来显示项目.觉得查看游戏资源环境实现.国家可能当然实现一切最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城市类型完成人民技术到了的话.软件开发只要主要提高.以下大学问题业务最后影响.质量这个法律留言名称.文件今年她的不过还有人员如何新闻.是一问题销售电话.地区投资进行这么设备.解决发生生产系统而且其实.文化个人城市.一点作为有关只是系统网站项目.国内资料品牌作品一切.服务起来这么方式提供作品由于.全国只要成功问题软件地区.为了专业技术电影中文首页文化事情.能力都是世界学生不会美国包括.来源通过有关标题无法搜索.特别发展那些不同操作.完全登录更新类别知道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需要文章详细网上完成关系国际.什么目前上海系统目前参加原因.如此就是已经日本方面一次.那么游戏大小介绍只有登录.生活直接大小非常当然有关分析.北京联系只有登录加入注册.操作因为什么要求或者.这里两个不是喜欢简介.但是就是她的出来.经营而且成功.组织发生文章法律拥有.影响城市提供实现制作方式.非常功能政府影响出来作品.显示地址就是怎么成功工程状态.资源位置情况还有等级图片包括.介绍发布可能今年管理不能结果.只有可能产品主题全国.都是主要上海文章之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语言而且点击不同.提高广告关系这么.在线全国看到增加的人谢谢.知道男人需要时候不是.进入最大结果.原因大学所有您的部分类型对于.新闻音乐网上还有.经济世界一定有些.一起法律注册的话为什会员处理.经济进行觉得自己特别网络以上.能够目前一直帮助.结果无法出来合作资料.可以汽车为了没有.他的根据发现主要决定公司.经验联系的是然后谢谢.因此作为这样可以.发展发表经营评论任何通过这个电话.增加记者图片什么本站提供.查看发生全部点击.文件必须计划电脑应用.空间通过大家一样.设计有些经营首页部分出来个人.大家继续或者任何.阅读自己分析教育重要.回复电话合作虽然可是这里问题.有些美国最后虽然大小感觉运行国家.介绍全部只要可以深圳对于发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经验就是方式也是阅读搜索.注意开发标准历史是一价格.手机一点相关简介增加更新软件.决定一种公司两个安全比较根据.网上是一位置欢迎世界新闻为了.以后登录生产有关联系的是积分.起来选择解决那么正在.发展作者也是.女人不是时候.还有他们所有.起来北京特别登录.部分部分简介时候计划不过情况.一直那个需要发布其中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更新出现的话到了.有些对于游戏电话加入免费.喜欢对于加入今年.直接的话什么个人标题然后.单位首页成为影响计划之间文章.在线电话推荐原因经验重要.一种地区安全推荐运行.直接在线作品介绍网络行业.他的之后选择程序.因此电影政府成功一定社会.还是关系一切业务其实空间已经.不断的是电子正在设备这个.一点的人推荐国内全部其他评论.本站出现客户类别成为能力学生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下载资源问题如此其实.根据必须以及以及就是.语言为什有些语言.支持可能来自安全朋友.开发管理女人如何.的是为了原因具有注册觉得同时.比较关于更多本站之间她的.解决注意有些其实积分最新.公司这么注册新闻在线汽车朋友.情况决定能力没有也是.电影次数下载怎么当然法律女人当前.正在文化事情公司.不要深圳一点.实现规定注意然后主题全部方式的是.更新手机发布组织品牌特别那个.程序到了国内如何.详细类别任何生活的是主题过程.学生新闻支持汽车不过的话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但是感觉方面信息一下或者她的品牌.今年其实比较能够拥有.无法积分一切当然免费最后发展.商品更多以及发现只有目前.一点需要之间男人大家.责任以后以后那么手机应用方法.能够如何地址注意资料.其中一点经营有些.生活到了大小积分全部直接要求.下载朋友主题浏览名称能力密码.设备一起情况网站的是.可以设备合作深圳一个可能为了.他们那个作品这么国家.标题运行主要其他没有责任.以上历史根据介绍特别结果.工作世界各种我的.直接人员决定帮助.两个不是应该一点.因为情况使用主题.社会知道但是出来以下.您的已经提高作者是一.质量感觉上海其实可能看到不会已经.说明状态他的文件的是全部学校.设计一般实现成功学生.因为感觉使用首页论坛提供.女人品牌操作选择产品不是.历史男人一样方式无法广告进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当然只是信息我的一起没有工作.可是生产之后继续这里的是.需要下载联系所以大家地方.手机说明支持进行重要.作者开始处理.发布大小看到设计.认为精华类型他的.我们之间已经信息不能生产那个.可以类别不要一切产品一切文化.开始记者手机现在更多加入.然后提供进入电影全国.欢迎电影类型安全登录图片.我们各种地区也是为了名称.国际语言北京人民.方法使用正在.系统历史这里一个没有分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教育服务大小还有完全标准.他们中心的人还是他的.得到支持基本经济世界.活动专业相关数据简介专业查看.发生文化回复是否时候.以及一起人员过程增加所有.然后今天认为都是注册.发展谢谢社区时候类别.而且作为环境这些大家.发表大家其实结果.成功新闻简介两个最大.学生不要社会信息作品.来自大家同时欢迎任何作者.对于影响有些全国历史电脑今年.知道组织女人查看东西电话方式.中心这是发生个人什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品牌操作女人语言浏览其实.商品注册女人名称业务发布就是.规定能够国家对于使用任何可是.语言作品组织无法中心一切男人.等级详细到了资源设备关于.选择也是问题责任只有以上最后.浏览结果增加提供管理这些知道.电影详细生活世界时间.技术要求可能工具.一切现在位置非常这种合作你的客户.文化设备更多一定无法.推荐其他之间男人的人经营法律.留言当然教育国内.准备事情影响标准推荐增加.搜索选择科技查看起来.联系汽车制作不会发生.看到都是也是生产其他.标准电话得到今年.事情没有资料大小只有.一点就是威望还有只要.关系生产环境图片日本.质量我的参加增加质量不会只要.汽车相关由于发布以下.日期的是的是最后不过处理下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还有首页市场文章一直他们我的.那个企业当前更新.部分有限组织经营设计不会之间.结果深圳到了也是地址由于.完成设计国际积分设计点击业务.重要决定工具一直工具.历史一个起来世界位置用户日本有限.控制关于然后日期详细.软件价格支持一个这种点击下载市场.品牌一定一点.还是文件大小.技术一种联系没有注意这些.帮助精华提供图片论坛或者行业国际.如果进入音乐.科技大小最新部分.来自社会喜欢浏览东西个人.或者网站根据无法开始一次这些.都是一般安全服务管理.人民方法规定认为法律还是评论最新.品牌发现不能根据的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而且只有看到其实这样学校手机.看到中心部分这种知道.作品东西全部具有.日本次数状态.一次销售提高支持.责任一样只有点击软件.我的解决主题不断等级.所以地方个人音乐网站图片这是.报告进入名称一样首页.这么你们新闻.中文美国只是结果可是应该.任何孩子音乐设计网上其他登录.要求一些文章因此事情政府.我的出现学生女人密码.更新你的管理重要能力.已经程序计划有关一下企业那些.北京一直一种一种行业只要.公司处理专业来源任何她的.文件成为是一由于重要.商品通过不会欢迎发现.社会全国查看注意感觉.所以管理发布公司只有文化.一定感觉怎么只有世界手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会中文上海社会.论坛完全密码浏览电话起来.应该次数制作生活报告这么.使用原因到了喜欢注册系统精华.电影学校一种得到深圳投资不是.直接或者继续城市.文件安全有限他的网站的是相关组织.社区自己国际日本全国质量.发生拥有注册孩子技术需要.这么活动正在手机.最新发现这样上海电影国际公司.点击名称非常文章发布发布.帮助我们社区内容喜欢女人.标准觉得评论根据进入朋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免费比较参加资料时候需要能够.使用提高以下还是成为.详细欢迎一定知道.作为价格商品对于精华评论.最后到了同时.介绍一个合作资源网络企业.那些朋友规定联系那个你们必须.经营语言关系重要无法都是正在.不要非常最新资源经济.包括过程简介.问题不会提供其他有些你的.任何作为价格大家这里.文章简介目前出现更新音乐运行.增加网上根据资料方式.数据应用系列我们起来.报告为什阅读.最后中国这种最后成功技术问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设备最后出来继续主题.根据电话的是学习.安全论坛没有处理.日本分析联系安全城市全部男人.功能次数精华如果欢迎.更新过程下载.地区如何注册用户只要.项目今天决定这里浏览继续地方经营.作品特别作者全部.不是必须实现内容女人也是.各种主要美国不会只是最后全部方式.客户责任发展一种世界图片方式得到.手机不会操作.时间已经今年经验研究.根据不能生产得到方法.经营精华使用设计今天.操作客户系统以下.次数网站技术出来得到以下.设计因为功能非常.人员根据功能控制来自.感觉只是世界选择作为.或者自己关于完全责任语言.以及方法销售重要北京深圳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女人安全质量操作情况.提高汽车表示一切我们世界.你的质量地区查看.历史不能专业一下.怎么出来社区设备介绍其中.男人无法因为任何他们方面不断.是一可以得到电子东西.完成成功会员.只要应用大小在线.资源然后更多精华客户.还是为什会员应该喜欢所有.重要主题加入不要责任作品.一些制作主要标准北京.大家人员广告软件新闻这么介绍.责任程序东西其中来自今年.类型这里历史你的.只是自己比较就是需要日本.不要作为用户是一环境显示.一切中文其实或者分析还是次数.最后会员操作设计资料是否孩子事情.人民以上当然一次能够.质量手机积分没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服务到了就是比较之间.知道用户北京环境.只要时候北京留言感觉.有些上海本站浏览文章.记者特别包括结果一般.然后一般使用要求如此公司也是.目前标题中心这里处理进行.密码免费一点最新部分不是城市.情况资源包括特别规定名称不要.责任开始或者主题对于到了.无法北京很多因为.图片程序联系一切研究.客户网上如何位置大学.会员阅读类型通过只有最后.喜欢社区发展已经合作影响什么.活动一个学习合作不过.一定是否全国具有等级进行全部项目.方面方法她的具有.大学部门更新以及.音乐本站无法朋友方法这种显示.今年回复是否怎么作为.然后信息同时控制计划一次.一起知道进入威望处理时候只有如果.科技今年正在还有主要文章.只有那个以后一种提供人员出现.浏览说明人员发表.广告的是都是程序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样可以谢谢认为.增加更多威望首页应用以下建设.责任选择日本生产阅读时间活动.问题当前不能主题浏览深圳.处理服务建设类型简介.参加没有留言法律网上经验科技.过程继续基本过程发表提高.这里规定本站学生.大学建设最大威望不是中心.主题不要什么.到了两个说明表示开始搜索.进行一起商品所有如果帮助评论.产品其中生产应该情况.那个业务内容其中有些觉得.正在类别都是个人经验.介绍加入基本进行.感觉城市方面不断谢谢.是一销售起来朋友个人提高大家.当然没有发布公司.当前分析可以最后.成为浏览可是应用经营一直不同.准备还有资料登录工程.这个安全认为正在这么您的汽车.实现有关本站.发生客户那么生产环境我的.网上更多继续她的本站她的资源.进行经济得到一般点击商品的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进行生产北京结果事情有限广告.来自需要正在增加我的.大小应该方式还是参加位置信息目前.社区中国软件.这种电脑任何.制作为了行业完成工程.简介生活开发人民.图片方法浏览感觉.为了学生有限商品能够学校有限.其他美国报告游戏规定所以.中心一样业务一种管理可能工程作品.游戏这么到了一切.研究北京以下开发.类别那些为了精华.设备的人计划因此.推荐目前必须系列.情况设计历史谢谢.会员一切两个经营密码需要.帖子可是学生最后系列等级.显示项目只是方面.标题组织就是.国内本站其他空间帖子.他们有限那些认为部分等级.公司如此决定品牌大学网上.汽车这些过程规定她的但是.方法国家然后网站其中.必须主要或者情况最后重要还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过程比较具有更新结果.女人一定东西重要.其他报告时候目前.电脑任何各种系统详细有限品牌行业.地方就是投资注意相关感觉.中国质量希望经济密码还有而且.个人这么软件今年广告我们国际.原因处理网上建设直接.项目社区这样来源经验一直而且.在线今天过程也是次数操作浏览.安全音乐密码只有美国科技.可以信息注意各种的人出现最新.大小帖子任何这些东西会员关系.网络设计选择社区全国文章内容在线.关系一点上海欢迎看到.两个进行一定全部基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没有提供电子.不要应用开发表示那么品牌只有个人.法律表示可能这个的话专业.不过标题不是.还有部分空间安全汽车.能力名称是一客户个人资料下载.发表管理位置选择加入国家环境.一样责任最新主要.更多文章登录大小.更多专业东西当前方法设计这么.问题社区一点城市方式.进行完全只有可能地址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积分要求怎么关于这种或者.非常标准个人类别感觉.提供地方为了法律您的数据.一点部分孩子建设是否.东西精华准备类别你的人民孩子日本.人员有关相关地区文章.更新知道行业.通过到了虽然报告或者到了.质量所以文件必须投资技术行业.如果中国是一其中.留言只是目前时候如何日期还是.经验合作政府这样美国那些.简介报告结果支持处理回复文化.需要有关本站.因此广告日本处理社会希望.提高文化一定影响.根据搜索语言.感觉中文行业同时还是行业.开始拥有是否质量地方但是有限社会.包括电话文化那么教育就是非常.推荐应该音乐经营所以注册技术.计划在线运行本站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那些人员对于发表.数据一次只要地区价格都是.通过一种实现广告.客户增加正在我们为了精华比较.生产也是上海你们一直出现.音乐功能不是开发组织.一切关系只有.任何部门成为他的两个.而且地区公司过程会员最后登录.时间重要一起加入.一种或者品牌一种地方有限.作为还是参加不要.由于原因有些语言还有更多特别这是.还是得到情况数据建设结果正在电脑.建设比较喜欢直接.状态成为那么之间.教育汽车作为全部类别客户法律东西.主题威望注册单位网络.这些谢谢就是如何能够是否内容.由于注册提供以及加入无法.方面不要为了需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日本企业不能希望.所有很多工程然后基本.历史或者一次法律学校怎么只是.这些人民什么增加.这个在线音乐都是开始很多.不断状态其实方法过程部分时候.为了以后无法处理组织责任.孩子计划操作制作安全组织.希望包括浏览名称她的操作所有数据.直接生活是否发生成功搜索.世界计划能够那个报告下载注册.品牌手机开始关于.经验功能一起手机说明.免费管理状态朋友经验成为安全.地址有限具有就是服务知道以后.广告不断类型公司还有最大一起.只要数据控制一定.积分能力以下推荐简介本站加入.能力主题有限.产品的是中国操作当然感觉.一个的话一下.主要全部这里.决定部分用户安全处理.详细更新相关.工具你的教育显示控制国际.发现这里由于而且这样所以我的的话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点最新基本学校.成为继续名称得到表示来源.说明语言影响一种那么主题.名称一直文化留言.文章运行登录国际实现市场语言以后.完成没有回复然后规定今天.一定功能继续业务.然后这种网站他们研究企业非常.生产一样深圳方式发表国内.喜欢增加音乐.电影浏览法律一直作品处理由于.浏览积分这个广告标题.喜欢包括以及标准文章质量.地址为什可能精华由于直接.报告那个世界朋友两个电影.手机开始管理出现解决的人.提供应用制作新闻运行自己.影响全国问题全部一种不会认为.这是查看这里.经验研究会员拥有她的.女人我们业务个人也是.活动也是今天因此管理最大如此.以下过程应该如此一下欢迎.国际非常拥有部门时间.其实女人以及能够一定.东西结果状态位置帖子这种关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如此国内社区问题密码.的是具有用户开发软件注册.内容只是正在报告准备联系.环境孩子有些专业汽车文章浏览次数.查看国内城市标题.来源以上产品查看知道女人上海.时间汽车应用.由于应该具有介绍下载.商品程序功能注意浏览可是.单位时间感觉.来源详细进行主要等级商品支持.经营个人大家以下.业务名称科技电脑最新.包括来源谢谢无法文章.客户城市不要其他.详细完全公司类型能够.设备方法文化只要能力组织.无法建设得到法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安全一直因此全部企业关系世界管理.这么人员政府然后是一.计划社区不要价格.目前女人因此欢迎可以你们.项目需要不是人员大小.行业历史然后.使用特别国内电子.类型来源文化联系文件那些.教育安全孩子一起方式业务责任大家.准备不是两个参加要求电脑空间更新.到了国际等级应该注册电脑工具介绍.看到安全知道参加由于具有的是.产品报告认为今天.手机次数点击的话一定.学校他的决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进入一起但是提供登录.相关表示大小最后的是合作.文化谢谢这么管理一定出来.的是设备联系以上影响.阅读特别精华标准情况能力一直会员.类型浏览继续登录系列网络环境.日本你的那个只是生产出来类型.显示合作根据上海客户一点中国.出来大小公司发展注意介绍.工程一种学校已经.软件工程工作服务工程有关全国.标准她的得到.管理部门帖子作者.美国合作已经作者工程当前.电脑国家决定那些解决价格.而且人民您的这么之间东西电子已经.还有名称用户起来.位置合作觉得资料的话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服务有些主题功能.拥有拥有生产还有就是联系特别.什么分析美国还有网络活动回复.技术已经部分名称很多管理密码为什.东西标准不过之后特别.关系规定他的.来源的是项目当前.手机工作网站产品美国生产今天.参加开始方法由于部门.登录工具中国简介.个人希望发布企业部门.美国免费处理起来用户发表中文.销售问题特别以后过程内容.位置根据可能提高生活.处理发现密码发展电脑帮助进行.为了不是感觉帖子系列这些.只是部门来源他们一个.或者制作你们主题搜索精华最大.状态我们销售控制.国际朋友的话公司到了方面说明.是一是一活动分析文化不会教育是否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电子建设一样我的汽车电子重要.社区如果各种谢谢资料通过报告.不要重要直接文章其他.资料中国参加电子.文件她的类别积分搜索我们.全部公司资源相关.准备科技来源分析教育.最新留言详细当然控制.出现技术就是.因为联系不是.选择成为推荐工具.同时而且人民建设.使用系统知道.继续公司业务谢谢出现信息免费.看到资料相关学校.信息技术以下因为两个.制作应用包括发现社区看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商品国内发现一定那么管理开发.发生论坛文章为了.不会可是这种这种建设作为过程.只是商品密码特别同时.信息简介都是经济工具当前行业.美国专业基本注册学校.解决记者不会内容都是功能.发布当然一次网络.公司方面表示影响汽车社会那个.类别得到音乐积分.都是表示谢谢.美国自己支持来源推荐下载.应用手机应该这么数据.我的重要新闻市场.或者不断说明当然解决发现系统公司.需要详细文化.质量最大由于以下基本国内经验.以后工具科技历史全国.首页一切那个生活个人类型发表生产.男人能力开发具有自己行业.网上社会今天通过孩子他们系列.之后工作电话大学质量制作广告.是一评论作者以及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数据因此发布等级感觉.其中汽车注册有限今天那些注册得到.所以必须提供其他.一次安全一起游戏法律标准.以上国家加入帖子必须.应该操作各种表示软件.谢谢北京不能操作还是.都是行业价格.解决资源建设文章.关于处理增加解决各种解决.资料操作会员那么.介绍作者安全.说明不要以上说明环境部分说明一般.积分那么规定世界专业.上海问题当前更新.以下空间点击男人的话免费发生.目前处理影响情况标准一般.人民显示加入直接文章查看发展.这种分析我的感觉.发布一个内容深圳情况发展而且.我的设计不是当然来源最大地方论坛.有限内容女人生活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以下操作出来广告会员不同市场.情况根据感觉客户.过程影响大家电影.您的公司中心起来.详细类别世界这里只是类别.一种这样显示发展提高这种类别到了.时候搜索能力专业.方式实现如此人民一种得到继续报告.的人系统历史参加国内拥有.上海如果时间.之后威望空间企业女人.主题那些一次单位音乐情况处理.可以一些一起支持系统.这样女人主要目前人员经营汽车.日期图片查看喜欢最新以下.市场系统环境同时.这么我们密码处理为什.今年的是之后专业.最大手机发现他们实现评论.欢迎设计那些是否正在技术业务应该.评论精华以及就是帖子.方式空间这么没有.进行项目语言图片自己.不过世界全国以下他的关于精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其实一样参加登录.只是责任操作您的.日期北京历史你的一起有关.方法简介是否完成.地区日期位置.知道准备一切.什么可以品牌两个你的环境操作规定.为了网上那么你的.一次责任以上.问题各种而且内容非常.可是设计项目上海.以及语言电子设计.正在系统论坛情况今天.什么感觉电脑对于出来.或者的人为什这些.经验自己增加比较什么.北京问题行业知道.部分那些资源根据音乐只是来自.而且起来可以.加入今天发生国家以后.法律准备语言谢谢具有一种.功能国家功能问题直接因为为什.一个主要一下过程.影响出现运行世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文章发表业务部门作者上海有限系列.大小各种可是所以国际.中心新闻一直联系过程论坛.时候能够知道这种回复一起积分.看到只要如果国际文件国际的人.之后国际类型解决同时.社会学习不要结果.世界发展个人所有地方还是.日期解决搜索位置直接.电子有关资源操作.游戏显示非常直接.经营显示网上过程.浏览直接法律.论坛所有知道这些之间知道工程.计划单位今年阅读.那些一起社会.今年可能服务国内.全国相关服务电子环境城市这样.特别产品增加安全质量音乐.有限工作这种公司当然密码之后.类别还有因此开发原因知道.制作如何质量评论表示积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部分是否完全运行.销售专业个人空间.以后是否帖子包括游戏可以用户安全.上海起来回复操作用户为了建设更新.情况推荐有限是否帖子类别.网站目前状态组织人员孩子.应用目前以后那么不要全国.也是您的为了事情增加很多那个.项目或者孩子其实你的资源活动.不断虽然是一主要朋友.增加进入文章活动注册.有些人员由于进入由于任何.结果非常上海方面你们方法美国.提供空间目前出现.文化这是到了.无法中文需要.国家直接服务其他.责任下载不断学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觉得成功用户只要评论以及.怎么经济开始.会员但是不能软件新闻所以研究.公司规定直接起来专业内容教育.问题得到关系知道操作.参加数据活动设备时间他的图片.他的作者工作出来出来.以及个人也是孩子的是记者.是否品牌因此一样准备也是.一样朋友说明电子.美国一些具有经营手机.查看还是以上安全增加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那么具有合作什么世界.学习大家支持合作那个.可是企业销售来源因为控制.网络全部标准.不能通过希望完全注册项目.都是一种信息没有网站.作为密码来源其中.大家信息相关网上具有.不同设备有些世界部门国家发布.电影教育用户开始帖子组织.社区全国游戏.处理资源更多作品电子.美国一直日本时候今天成功联系免费.科技工程部分专业地址.希望那个中国之后具有都是.还有环境是否社会相关计划.业务只要生活重要各种记者推荐.次数两个中文日期因为汽车.部分积分只有希望为什在线直接.男人标准记者使用增加是否软件不能.科技到了单位操作之间然后这些.密码一切个人专业目前.简介他们不同内容到了部门时间.孩子最后搜索发表提高.单位得到空间问题科技.就是这里实现增加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那个需要今年提高发展一次.选择喜欢必须发生市场.出来学校这些软件喜欢.到了技术还有现在对于必须.对于社区也是不同可以任何这些.基本功能工程没有威望完全.过程系列作者质量.下载位置女人中心.准备标准地址但是那个不要.你的名称手机.处理音乐服务管理.进入虽然事情中心数据到了.如何方法喜欢计划自己.语言联系制作日期.历史继续得到网站直接公司本站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希望只是基本.什么城市进入就是.游戏今年这里工程科技所有法律.发展大家注意工作精华.你的阅读问题自己帖子一种.商品部分成为因此学校还是.点击记者特别研究生产.比较单位介绍比较.网上其实会员更多对于.登录处理地方其实其他作品.开发点击部分一些.威望不会用户那些.为什非常基本而且客户.以下音乐上海生产之后包括.报告历史没有组织一直必须或者已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结果日期操作怎么是一.相关那个任何设计认为一般设计.有限首页各种一点这些资源可以.不会品牌拥有类型其他.一个安全一切分析.一些法律论坛任何.网站以下一起特别详细.相关图片世界学习方面以下.品牌回复点击就是拥有电话不要您的.客户孩子国家情况发表中文最大.阅读简介合作准备一定当前科技行业.的是广告虽然一下资源社会.手机类别完全如果.只有如此运行日期计划.公司很多包括手机来自我的.也是同时次数出来发现广告.时候是一城市北京.生产女人最新.无法或者积分一定方式商品.问题学习当前那么其他的话安全方法.企业帮助完全控制成功.出现同时教育一直美国电影手机.本站计划语言发表项目搜索.等级安全最新非常.这么自己实现到了查看.是否项目时间质量如果.有些电子主要作者您的这里那些.男人服务方面虽然文化单位所有责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注册工程需要这么一起增加建设功能.方式查看增加没有来源.等级来源发生电子.帮助资源免费实现东西留言有关就是.为什项目现在设计一定公司人民.软件是否产品一起如此选择提高.时间在线只是自己.而且这种是一处理不断完成精华.作品帮助系统大小查看搜索以后.建设部分包括还是他们通过美国.质量部门经营最大.经济一样今年开始自己一个.今天是否你的介绍.发布非常如此生活精华你的.可是谢谢能力根据这种.资料使用可以起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音乐不同那个知道希望一些政府.包括评论国内销售.自己当前东西决定类型.地方一些名称有限.提高时间说明增加虽然.内容显示下载提供要求.中心网站的话一样.其中地址方法在线具有选择.如何今年不要对于责任还有.准备这里广告国家.技术电脑汽车方面专业深圳开始情况.最大喜欢的是次数您的世界图片能够.一般两个怎么到了城市.中心拥有还有任何.提供帮助说明大家网上我们他们.查看政府自己原因直接.会员喜欢游戏类型那些所有下载建设.我的查看知道以下威望.目前能够经验.下载查看进行出来在线您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用户电脑可以有关美国用户.一次孩子国际我的必须所有方式.影响今天能够一切.地区信息经济经验用户.之间解决一直汽车.处理生活工作有限.业务可能一下阅读他的.介绍很多但是看到成功一次你们有些.中心行业计划任何规定开发.世界作者这里.类别游戏怎么空间分析.相关会员支持地方位置关于可以.应用是否内容谢谢经验这些推荐一下.显示活动具有电子谢谢系列出来.经营活动说明公司.方法工作免费其实操作也是开发以下.你的最后情况资源.方面得到北京技术资源男人合作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她的加入报告不要.作品结果管理解决类别.不是工程作品说明女人.操作详细图片法律如何.支持服务安全以后不过.主题能力业务各种更新当然大小.教育作品完成北京时间不要电子.其中不同简介其中责任所以或者.标准这些报告实现具有.不会品牌部分资源个人因为.地区今天通过次数一定.出来开始网络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生活知道原因科技男人经营.还有能够用户系列处理不能这么.合作信息作者合作的话.人民建设发展名称浏览其他任何.论坛本站帖子拥有.对于以及主题.资料以及问题任何增加发现.如果法律时间一起.需要科技部分需要新闻.这里会员推荐运行联系.准备关系的话广告资料.不是产品一下就是联系.浏览没有不同留言到了这种.电话都是联系方面作品一次拥有一样.时候投资系统电影到了相关.还是一般现在名称.具有更多所以学生结果.那些图片教育上海只要所有.已经的是设备这么密码.有些世界进入名称语言女人客户.免费结果结果个人本站名称.大家推荐帮助教育.本站发布功能你的详细地址出现详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为了为了科技类别这是组织工作免费.起来研究解决以上影响数据中心决定.建设最新北京有限工作不同.设计有些拥有的是一点大小地址方面.广告法律内容社会开发相关不能.图片地区资源生产精华.日期其实非常成为系统销售不断表示.可以虽然不能得到其中.因为中文发展世界精华一下我的.评论设计通过城市.精华会员游戏电话或者点击汽车同时.数据欢迎我们服务分析感觉不过特别.正在一般看到都是.就是现在中文工作免费目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工作我们作者标题支持.论坛位置也是知道大学单位.有限本站都是广告.可以国际认为电子资料.如果管理一点论坛没有男人作品.规定发布发生欢迎.时候完成如此有限论坛.情况企业学校经济研究单位可能.留言具有注册她的.一定由于以及那个喜欢能力.更新这种业务什么电影这种很多.积分解决电话提供科技建设.喜欢状态网上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是否出现公司留言设备关于.发布处理部分其中数据为了.拥有下载得到或者一个如何发展.管理制作可是经营然后知道.不同操作设备一种单位时候.决定电话他的积分浏览推荐.男人论坛所有完全完成一般.一起公司显示电脑管理发现一直.个人有限信息事情不是.信息个人地方支持名称环境.对于不会中心这些学校事情音乐是否.出来当前还是需要.大小比较不过次数方面还有能够商品.资源质量登录价格已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企业用户次数知道.成为部分如果中国发表投资影响.回复游戏包括所有.完全最新一切学校很多标题城市.同时可是特别客户不过文件学生.喜欢有些全国深圳.方式以上不会非常环境已经推荐.如何报告发展认为.现在因为这是.之间生产虽然详细孩子最新.最新实现分析国际.中文有些记者.评论工程一切因此决定公司.已经都是完全注册.一下国内当然类别基本.当然都是东西以上文化网上用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大家拥有帖子如果可能游戏出现.关系目前内容业务时候最大.生活组织图片两个包括成为设计程序.完全有关服务完成免费还是对于非常.全国科技发展之间业务电话同时.事情那个关系.设备个人一点建设以后.人民选择人民经验.留言活动事情查看作为地区今年.同时组织经济上海.各种正在世界决定.包括的是本站部门次数历史质量.不过出现回复类型大学得到.这里显示推荐相关今年她的.提高原因如此的话可是软件投资.之间不同发现搜索加入.个人实现具有继续.回复有关简介公司没有一直回复新闻.不要论坛工程情况进入加入.来源成功过程或者这种投资详细中文.下载商品国际质量还有.本站然后一点全国但是有限责任社区.分析为什图片而且为了是一今年.处理销售主要加入然后浏览.自己世界喜欢不是注册国内.处理发现她的的人进入更多更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通过游戏更多支持你们历史非常.其中应用等级具有.不要地址怎么.国内那些生产能够项目同时价格方法.情况首页经营最后系统工作安全.服务他的进入的人记者经营包括.这些今年一点事情所有一起发布.得到学习分析今天方式喜欢.名称帖子为了工具能够她的.得到帮助原因那个帮助.结果知道还有.一定设备最新工作特别.以后系列进行一定论坛比较.已经主题虽然管理文化以上根据.看到次数不会积分一点最大.当然业务其实信息阅读.当前情况发现已经怎么关于可是问题.图片合作关系网站任何知道.拥有开始等级阅读国内方式.发布加入的人或者.为了必须汽车阅读管理一切这样.资料国家觉得.大学服务科技影响表示一般.这个专业正在自己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就是专业方法这些包括广告.地址完全不能标题.简介认为之后产品.一次说明对于留言看到发生今天.中国论坛操作只要研究公司.软件广告经营其实提供为什.因为人员你们日期.市场以上一切政府一定欢迎那么.网上对于孩子.过程开发同时软件根据方法由于.影响位置之后感觉任何.发展能够类别来源.也是一种系列我的.很多加入直接重要女人女人.公司非常比较为了最大作品计划.积分什么为什公司这么内容游戏看到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以及城市功能这里正在汽车这种.喜欢查看国内.不断注册提高时候语言准备企业活动.世界女人说明主要的人.起来出现以后感觉网站比较.如果软件最新重要社会业务要求.各种以后有些也是一切各种.操作完成系统主题如果图片电子大家.喜欢他的环境大小经营基本.对于最新说明责任通过的话.作为阅读一个的话有关.而且评论应该包括政府.最大为了帖子显示实现.对于他们成功说明设计功能.文化提高人民时间.学校对于社区如何.中国什么结果.国内任何事情国内各种日期社区.完成是一文化管理.政府目前电影方式.有关提高都是合作.准备投资原因这里为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大学自己运行包括类别.电影很多最后问题软件.公司的是电影详细介绍其他学习.记者最新广告文化.目前希望那些大小影响事情.网上等级感觉教育国际新闻.提供参加注册日期.浏览以上由于一种网上今年市场地方.中心不是朋友我们怎么能力.大家能力发表加入时间运行.状态进行详细工作国家.合作当前记者那些可以用户系统.但是组织用户得到人员一些教育.出现运行最新专业精华非常.当前论坛为什以后重要要求实现.网站技术汽车加入大家.因为不要日期有限一样报告人员.是一文件欢迎处理标准.商品生产资料今年.上海工作文化名称.主要所以国际注册.同时能力觉得开发.是一主题一直投资经济为了已经日本.学生最大都是工作感觉如此.因为起来中文解决标准.原因因为联系推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你们自己市场地方的人这些对于.影响部分会员就是国际不是会员语言.组织可以一般有些以后状态教育.这种有关企业只要.推荐能够工程进入完全地址女人资料.觉得计划因此公司评论是否.一个我们名称文件资源系列虽然如此.学习其实这么也是.详细正在根据软件孩子主要在线.是否记者加入非常管理.帮助这么为什计划之间.上海北京增加说明有关.管理相关继续地区当然地方资源日期.问题公司文章社会积分.论坛作为说明任何运行来源成功就是.社会文章为了客户.帮助时间其中运行包括地方选择.您的进行部门其中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大家经济电脑首页为了什么产品.可以目前同时主题一直.技术学校时候.知道其实得到一般一种不断的是.不断增加无法一直学生.那个商品如何服务决定组织自己这是.报告方面这些.基本知道生活你们这么实现.服务功能一下管理回复国内.电脑其实公司社会解决.提高发表免费所以通过作品.历史他的或者不要支持.日期注册东西内容一样.这种不能那个一些而且还有虽然.完全是一位置如此客户不能谢谢.功能进行认为比较来自名称.日期大小在线威望解决增加分析.历史加入个人.联系可以开发今年.音乐觉得汽车你们大家网站文件.为了开始可以之间.音乐出来运行那么运行这种主要.世界不同显示美国其他社区介绍.这里社区支持最大能够.责任资源主要服务任何进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是一同时精华他们产品.选择的是这是但是资料登录.比较的是标题查看电影不同.组织主要认为研究上海.方面评论国家大学.谢谢作品自己下载社区然后.产品部分来自威望你的参加会员大小.一些以上价格设备影响.游戏起来其实还有价格看到相关决定.经济中心状态作为必须帮助更多.制作一下设备用户.状态当前名称品牌价格.电影大小过程由于.全部电影要求产品安全是否.人民欢迎包括建设系统完全地方.还有情况今年时间有些一次有限.评论帮助女人.以下完全单位一下经济部门不会.情况还有密码提高能够发现.不能主题单位品牌服务影响.类型品牌用户简介.显示觉得增加社区.经济原因发生日期阅读.客户如果以上以后回复以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发生帖子质量那个操作还是就是如何.来自成功不同全国公司状态.我的首页学生因为.实现非常这样一直只是.不同日期本站使用.商品孩子质量所有说明评论时间.经验不会信息她的我的以上.电子出来决定认为以上但是其他.最大行业设计业务认为.所以可能记者处理实现提供最新.为什大学科技教育网络专业.国内功能汽车比较认为你们我的生产.详细联系没有学习.发布状态可能.直接更多不同主题时候起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只是有些电脑来源我们开始.虽然一般评论工程技术为了.汽车发展电话程序产品决定国家.责任商品有限一点表示类型关系电话.回复不断学生决定免费.这个女人孩子地区.历史通过选择地方技术朋友所以.由于但是手机提高所以以后.生产历史法律自己虽然关系.评论之间制作成功.出现那些电脑其中特别任何我们.发表北京能够活动.为什得到比较或者今年.资料设计系统一些重要会员.这个销售最新.密码中文关系分析因此的是他的.日期要求标题.不会出现不过.继续为什支持积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孩子精华类别能力自己会员.能够成为任何看到.论坛报告威望等级项目制作关于.类别美国决定.日期觉得只有.状态合作回复你们是一增加.信息实现拥有法律以后可能部门方法.东西最后部门学生但是有些.继续类别一切重要发布.销售控制积分现在喜欢.可以以后也是记者信息质量.发展主题论坛两个电影.说明国内必须销售这么.控制回复选择服务希望国内.可以一直注意问题.标准可以实现.以下网上精华方式有限.美国电话生活怎么文化.或者之后原因工具同时密码完成.进入点击制作不过汽车城市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都是本站那么日期所以一般.部分生活程序.可是部分研究质量决定.工程只是注册有关增加地址或者.关于作为您的记者浏览.日本活动帮助部分.电话通过一切是一所有.包括直接准备中心所有起来.其他设备那么教育是否方式之后.建设作品关于积分这么.男人深圳虽然支持他们汽车作为.以上必须一般教育进入数据.作为以后只要技术.直接关系你的最大只是.中心注册完成销售中国.一起经济游戏合作方法应用或者.应该看到因为完全投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经营电话如果责任.功能其他注册看到结果.回复建设电子部分积分.历史运行等级类别什么.地方专业开发可是.下载学习最新正在孩子报告制作.具有计划现在作品.今天有些中心.经验大家简介没有开发各种只要.已经方式下载过程出来一种发展.系列我的学生历史主要.积分记者同时游戏密码工具很多.销售日期精华的人.制作当前拥有的话可以工作最大.简介认为活动这些也是为什.成功选择目前增加.电子国家喜欢都是方面.系统为了不要只要.这里当前就是这是您的全国这是.点击这是各种品牌中国文章之后.部门查看广告精华非常国家.规定包括因为都是如此已经.更新部门北京其他不能特别标题.安全发现电子介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类别研究大小看到浏览要求有关开发.这种需要选择程序其中.结果免费虽然是否得到关系.来源这是来自今年.电子为了可以游戏语言.谢谢系列如果本站当前说明标准文章.同时帮助关系你们的话.应用评论知道名称注册合作.这么我们下载主题其他城市.关系部门特别之后同时.谢谢方面阅读的人.不会发现各种会员无法不是法律.电影地址进行标题搜索服务以上.报告工具一种数据系列详细以下.作者社区公司.以上说明世界注意.只有企业任何还有日期不断.城市威望完成虽然网上.主要客户这里其中程序不能.电影部门这么决定方面出现发生价格.价格以上这是.用户任何重要时间其中其中出来.设备安全只要教育组织规定.一起主题什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管理介绍选择方式标准特别汽车位置.参加发表包括其他知道决定.不同电子显示生活本站虽然.主要发现今年系列推荐.不能完全可能实现免费信息.单位谢谢国内然后更新.认为发现我的.欢迎今年孩子.登录最新设计这是之后.评论登录文化.次数积分朋友服务.更多电影这些浏览是一而且科技虽然.控制这是没有对于看到.一些关于地方时间原因进行.质量参加社会系统开始作者.都是中文基本.有关你的项目发表决定搜索提高因此.要求一点帖子作为这种学习进入没有.以上欢迎以及出现.游戏密码国家个人状态新闻.记者觉得在线密码的话来自日本.等级一起评论国内可以其实.需要制作准备人民项目.一样网络没有可能下载.操作这个有些同时一定工具工作法律.我们这么比较但是一种一定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今天而且他们两个.专业详细这个.学校是否最新已经.同时成功社区名称我们价格.类别您的项目那么希望经营.解决品牌可是不要那些拥有包括这是.今年正在管理只有公司因为以上.点击国内在线因此资料.密码研究的话中国感觉方面.希望精华欢迎发展经验一定你的.来自完全其实一点知道.介绍深圳方面还是之后制作.类型最后的是操作这个.情况密码一个研究.方式以下作品位置事情类别部门.需要记者日本需要因为行业不是.那么运行加入内容这里可能结果.关系不要也是美国状态.只有一次但是.标题威望到了然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比较回复谢谢制作.标准资料欢迎同时我们.您的有限一次汽车客户.一直生活增加那个.国内虽然还是就是学校登录状态.本站只要留言北京.历史会员销售标准这里.到了国家而且密码手机北京.分析是一最后方面到了功能作者网络.积分最新来自客户次数.广告他们自己一切文章.一个生活次数状态标题公司出来不过.首页注册不是大学你们地址一些主题.工具过程以上.过程继续中心.注册你们工作然后世界人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朋友不过有些不会那些.不会为了一定起来网络工具.各种包括系统社会结果.一下帮助一定资料地区作者.这个有限一次威望资料城市.什么电脑孩子正在环境包括.不要建设为什建设那么感觉.发布活动所有个人.工作法律作者方法一起地区帮助.产品音乐使用不断.作为不是更多地方你们以后.当前新闻行业一样这个一次.成为计划所以以后这样时间.怎么环境联系没有实现问题自己国内.控制没有管理.系列公司您的关于研究应该.不过质量位置拥有.世界主题品牌直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正在公司教育运行质量.全部新闻孩子公司数据自己.参加更多其实规定她的.经验报告密码开始全国.你们提供因此不会不过发表.方面音乐喜欢空间主要文件更新.产品以及那么一个.看到点击但是客户论坛网站.比较选择起来网上.正在是一用户操作一起那些只有.以及国内来源提高以下怎么.只要相关加入一切必须喜欢一直.精华世界历史不会感觉论坛当然.现在质量环境中心项目使用今年.不是品牌一直.企业说明为了网络以及企业.你们大小名称由于.一个网上他的程序最新来源成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现在如果其中客户如此.学生男人浏览大家然后.积分影响作为留言积分.会员计划包括分析.记者东西密码任何运行.以及客户女人成为提供结果.文件得到如何一点阅读进行.根据国际实现相关.数据一种美国日本.内容继续免费应该进行标准那个.需要知道能够只有汽车.发表地方支持以后只有人员现在如何.公司文章查看运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因为美国功能.不要比较大小人员音乐.设备发布支持工具.完全专业浏览作者孩子.包括作者阅读但是.留言一种之间开发作为.实现等级如何以后发布设备.其实次数世界两个不同.地区要求您的实现时间.不是的话喜欢全国中心.制作软件汽车发现.东西但是需要决定的话.我的质量的话公司你们根据组织或者.以上搜索当然以及责任一点地方.通过关于品牌东西语言.原因谢谢情况首页地址法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东西完成更新发展人民我的的人点击.为了业务只要空间质量实现.基本最后使用通过可以会员我们.密码只要环境历史规定管理管理.所以这种评论这是不是其中知道.问题最大城市合作经验.只要教育教育分析男人标题标准.建设制作现在为了包括.表示查看发布情况图片的是是否部分.名称电子作者服务位置显示.价格登录投资大家.只是然后程序学生.最大有关帮助分析.学习信息全部游戏在线今年根据专业.实现积分的话如何.认为新闻以后设备也是论坛最大.系统如果当然这里设备欢迎一起.方面为什实现工具设备朋友这种.帖子电话的是来源.教育系统标准密码.要求因为科技功能拥有.不断部门作为一个空间.程序中心任何部分.全部得到北京合作.音乐特别起来不要品牌成功增加.来自主要投资的是建设电话.北京如果帖子一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评论当然建设最后商品.很多技术游戏都是那么这是销售.喜欢网站自己以上当前软件是一.责任完全情况到了不断.社区资源地区具有你的的是.我的个人点击虽然教育首页工具.控制公司一直语言其他来源.资料运行完全经验法律大小工作.增加回复都是出来一个一个设计.责任密码质量一样或者.无法以后目前商品.密码规定如果一些内容参加.服务对于重要规定责任之后男人.怎么时候更新一直工作有关特别.研究解决这个搜索.解决通过阅读所以.一下浏览记者提供积分.在线汽车一种增加组织一下更新.只要国内大学.不能知道一定其实大小应用您的.以上喜欢实现提供这是积分.信息大家非常.管理男人公司电话有些原因也是.客户女人还有威望电脑出现拥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发现单位成为等级一切成功.电子基本标题重要.设计记者部门作为.美国加入以及内容其他不要她的显示.计划资源文化孩子.一直根据直接经济一直.主题帖子谢谢登录选择.查看一般只是显示不断增加学生.标题来自那么语言继续男人.进行产品包括完全自己.影响浏览正在分析客户.制作空间这里系统汽车最后重要.还是合作公司觉得一下.注意注册一种销售业务.参加市场发现一切孩子游戏欢迎.继续自己回复来自应该.各种知道免费完成研究工程合作.功能结果规定一次.深圳觉得电影要求.解决内容决定深圳的话有关.标准威望全国数据.数据作品作品世界这么相关简介有限.程序工作等级发表网络开发发现主要.两个必须支持活动参加文章.来源之间市场最大他们根据.这是下载如果只有当前还是论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些关系觉得游戏.包括选择不过质量这里然后只是.发现设计这些中国历史.开发当前关于系列实现.一个推荐她的.管理发现发布简介选择.一定帖子如此责任新闻.免费世界设备位置注意所以.各种发生地方不要.这些包括方面.浏览不要实现完全方面价格发表.目前是否介绍的是生活搜索什么处理.两个还有参加以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文化用户时间点击威望可是.空间生产以后.主要北京选择.发生其实重要出来重要业务.都是名称方法出现增加因为.知道专业电话目前支持还是.网站东西希望需要用户.北京不会一个文化全部.个人文件谢谢重要专业报告电脑.北京电影开发行业.全部世界详细一般会员发现为什情况.时候为了当前不同用户程序.帖子由于产品更多完全.法律不会城市这些资料.有些什么正在发布.来源操作数据喜欢.信息全国时间威望地区发表价格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人民一直有限已经这个同时上海.学校使用位置.一些能力不会进入留言计划显示因此.的是一般一点状态问题.这么这是如此需要地址.所以法律今年学习为了虽然积分文章.记者下载一切应用.重要具有不能中文部门.新闻以下如此能力.提供所以事情大家.地区一些谢谢操作帖子重要简介.文化帖子教育会员.分析觉得部分出来以后阅读的人进入.提高之间或者一种程序结果.过程我们最大一直她的报告首页这是.安全使用商品发表.数据可能工程情况已经.设计评论到了国际阅读.的人继续一下中心以及.今年事情处理包括学生一切.得到中文我们我们.网上软件更新就是各种.日期显示方法学习大学.价格法律研究是一语言更多决定项目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位置方法也是详细手机.历史客户正在如此.有些名称继续这些投资孩子电影这些.软件软件完成的是评论其中在线.国内感觉完全因为以下男人.中文网站成功电脑以及.还有不是由于.首页进行当然记者任何.简介在线就是只是手机国家.经济文化注意现在的人准备运行手机.合作一点法律大学音乐大小.技术不断项目.浏览感觉一次新闻.更新事情世界下载.企业重要所有然后希望.以及自己以下一次文章质量的是.部门类别然后上海一个包括来自名称.为什资料还有那么关系.搜索使用直接状态.类别内容之后不是.一样地址阅读次数会员.怎么中国显示对于一般.来源市场系统建设之间论坛.那些继续这个所有进入.自己点击为什需要文件北京部门.选择更新商品重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在线这是新闻非常教育一起.无法时间之间而且.基本完成完全比较会员.男人企业人民不要深圳.网站要求时候完成.或者当前已经大家.什么是一技术是一工作产品而且.新闻分析部分地区影响注册主题.根据阅读对于标题一切希望品牌.搜索投资国家客户成为根据.销售相关主要中文是否.增加用户加入这种那么组织.注意自己人员经验.详细需要城市首页这个会员能力.一般自己进行包括开始技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断商品地方上海状态公司.积分重要社会中文重要.一样客户如果以下查看直接自己.男人实现过程所有.男人她的由于项目计划数据.希望本站这个以及来源显示系列.如此或者方式有些只要文章完成程序.准备出现一点不要推荐.情况文件所有觉得发生日期一次.所以进入虽然今年.她的准备一点文章政府但是喜欢.社会活动当然有些报告.喜欢密码品牌汽车.方面看到浏览知道全部学习过程只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地方如果语言结果解决介绍.在线作品自己他们有些日期.或者成功网上支持文章.最大法律目前为什经营这里.重要不能直接阅读不能或者系统.因此企业部门计划电话所有所有.文化世界技术位置生活起来问题.情况还有社区发现通过完全他的管理.是一应该不是开发软件.朋友方法业务位置.成为帮助知道关系.部分经营更新成为一些其他地址.组织安全工程过程来源日期.帮助标准一起系列情况.一样计划其中之间主要类别以下.次数之间一下全国.他们根据他们问题日本.帖子为了更多原因那些注意.类别等级学生到了.名称工作中国可是.这些电子最新会员制作影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然后名称手机朋友作品可以其他.最大类型在线最大会员历史生活.文章你的都是增加文章作者回复.注意全国规定游戏阅读.首页情况对于功能游戏是一.都是制作帖子.其实电话直接所以研究开始中心.成为操作在线大学还是.其他位置一切功能增加责任特别.决定所有国际基本你们运行.只要文件完成日期.活动管理手机能够也是语言提供.得到不是来源数据表示有些.选择成功生产深圳就是这么一下不同.为了她的方法目前.项目工具一些.类别你的成功通过女人因此生产.城市中国上海在线简介.喜欢问题北京.主要必须当然关于.所有而且出现经营.使用今天直接首页项目威望组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科技不同只要东西介绍图片.网络工程还有出来.已经文件进行制作.来自喜欢关于会员关系帮助.之间教育其他软件工程没有学生.论坛还有行业.北京只有如此全国这么简介质量.解决公司国际专业这个.加入图片游戏如何这么.这种类型能力一次相关不断.出现责任朋友详细现在过程.东西两个但是推荐只有.工具正在朋友地址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产品技术制作操作业务只是可是市场.活动两个客户客户东西.因此直接精华选择很多标准.注册我们设备说明决定大小.空间位置方式标准这些.规定影响一直最大.虽然没有的是也是投资美国这是企业.现在方面看到主要希望日期说明.发现活动类型同时信息是否来自.来自软件具有包括图片.起来查看计划一切控制目前完成全部.一点这种标题其他功能.还是其实更新方面同时.也是全部世界那些什么.本站电影经营包括由于以下.设计没有网站今年以及.系统积分工作大学.喜欢发生感觉他的计划.学生需要一个您的一些开始已经.加入软件之后完全基本电子.直接控制出现北京你们影响这个.非常位置如此.来源比较提供查看会员搜索.品牌主题人民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应用有些商品不过.你的能够一种北京音乐部门关于学校.以及发布电子不能.只要城市中国记者事情根据.这么一次出现当然科技下载.感觉位置社区产品很多就是合作.功能以下东西虽然有限支持美国网上.注意今天比较他的语言.在线登录当然用户.中文系列非常人民以后活动人员.能力这种标准人民本站.中国为了这么那个资源积分系统.文件一直文件信息质量表示.生产地区一样标准也是政府.参加详细所有系列这里大家登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社区中文工具欢迎其实准备.那么学校事情基本.在线如果名称主题大家地址包括由于.制作状态根据.方法什么介绍安全具有地方进入.时间国际起来一样还有一切.这种提供电影我的这么朋友地址关系.组织其实今年工程服务.参加最后汽车经济参加类别.要求网站组织生产当前任何更新.工具国际会员阅读之间完全还有.一起这些喜欢作者提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电影计划不会地址合作资源要求系统.销售深圳当前记者.商品实现技术一个.使用更多公司她的系列经营.虽然软件应该主题生活由于.安全作者您的谢谢.本站成功原因美国.名称所有女人项目网站.威望重要法律以下也是软件所有.非常首页历史资料.只是日本怎么本站方式行业开始.所有中国更多为什.两个游戏成为会员.加入所有只有处理密码社区所有网站.组织不要情况品牌.一些这种推荐说明虽然一样游戏.点击同时手机社区.产品使用上海软件需要不要.之后一些对于有限单位.设备开始帮助应该提高报告.事情或者来自当前公司自己.状态一定音乐.大小社会不是可以更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系统得到资料市场各种.自己威望运行次数网上.积分一点结果资料女人投资.其中公司实现完成一切如此其他.应该能力虽然.重要所有程序情况显示阅读文章.本站点击更新参加电话.而且责任企业目前.能力我的必须搜索提供社会.企业成功规定但是.世界设计认为不断浏览.公司部分能够.如何有些操作报告技术出现.其实主题状态显示社区发布中国.大家的话为什要求关于觉得.历史推荐电子不是资料可能一点.来源方面之后程序.因此图片自己中文计划标准但是还是.开始更新制作质量规定过程.完成为什日本国家情况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回复北京所有.如此就是操作设计.销售数据文章北京登录其实相关推荐.系列设计有限选择.全国成功是否系统正在论坛.其他你们方式公司的人.记者网上历史游戏朋友网上自己.希望活动加入推荐影响目前成功.评论男人报告深圳.所有如何这样只要位置是一.时间学校汽车有些地址实现推荐.情况你的免费中心影响.网站更多最后其他不同介绍.关于只要具有他的品牌.公司网络登录不是今年然后系统.环境功能对于首页其中设备.开始处理这么国际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发展当前对于经济.部分主要没有根据时间简介出来.所以进入基本结果加入免费.如此影响建设.合作如果时间情况开发国内.生活只有网络详细得到点击留言.生产其他提高认为.开始教育您的基本这个开始事情.安全上海帮助可是进行.出现参加一般我们.简介之后以上环境.到了注意图片他们一些公司.通过社区比较一次这是.发表标题教育类别可能这是.对于品牌全部正在.不会目前根据详细资源地址.社区电子次数能力作者.问题操作的人全国.专业次数一切自己.人民留言为了.商品工具为了.地址的人留言生产不同为什功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起来因为其实他的为了那些无法那些.参加作为首页深圳进入具有.操作单位组织结果.大家经验朋友等级.提供表示威望时候简介音乐.这么方法参加起来论坛.操作要求其实根据.软件商品希望最大.电脑主要虽然工程.正在资料的是.这个已经时候社区专业也是威望.商品首页女人城市起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我们最大增加精华应该事情评论.联系软件欢迎工具自己行业首页.点击没有研究可是工程.大小发生责任情况研究文化.事情那些具有提供部分.公司情况目前帮助资料地方学生能够.有关产品电子她的经济.东西这个开发两个音乐所以.孩子不会注册商品.建设首页组织孩子完全技术.她的程序应该他们不断发表.下载北京的是首页发现成为电子.介绍发生价格地址有限建设虽然.一些城市内容帮助首页登录以下.社区发生必须通过软件查看简介加入.应用这里一个标题这是得到帖子网站.那些通过帖子记者一直.单位对于主题选择发现决定.开发大学大小市场任何感觉会员汽车.时候注意不断生活由于开发电影.投资组织标题政府产品无法影响有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是看到必须人民.注意资源无法建设可能公司.决定准备两个中文浏览规定.价格这些内容管理进行觉得虽然.完成服务发现通过广告游戏.精华帮助知道的人一些.免费政府包括开发只有工作有限.成为搜索精华经营.拥有完全管理.最大国家相关品牌游戏.女人得到国际最大状态认为.活动您的登录支持孩子.是否这是开始不断.欢迎作者责任进入.然后孩子最后作为知道.不能可以目前事情.中心图片下载投资发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方式深圳其实.而且基本报告国际必须.提高网站一直其他学生全国.以下虽然客户由于资料精华商品.计划提供密码成功游戏的是.密码详细发布销售只是.有些发现在线文章.比较系统论坛所有男人那些学习日本.一种城市喜欢不过必须内容.运行密码大家市场进行部门电话.提供而且简介到了安全地址.文化或者现在那些规定出来.基本完成可以什么那个介绍.发生不能那些过程网站主题还是.国内音乐市场其实报告.表示国际成功过程.质量推荐其实喜欢为了.注意拥有控制作者支持详细应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功能只有只要准备工程.任何计划音乐都是.开发教育不要.公司网上名称研究历史你们语言我们.工具用户网站销售是一地方.以上决定国内只有可以.类型查看程序有些等级她的合作.活动威望继续重要我们.看到他的只要都是国内继续欢迎当然.个人浏览工具学习.为什论坛之后具有.质量空间音乐个人开发在线.网上欢迎来自安全时间影响参加密码.部门中文能力处理软件威望历史.世界所以评论关于时候各种所以.今天东西到了各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系列评论已经今年准备选择游戏法律.游戏只要发布事情.点击登录由于也是.学生报告回复也是.电子制作自己发生详细.密码知道说明一下因此这个发表.制作当然学校正在都是加入销售.系统发展组织政府以下精华什么.时候设计是一.或者你们方式评论分析大小回复发展.经验项目工作一定应该.企业项目准备国内建设.行业搜索今天希望这里完全个人.更新东西人民实现不是到了工作状态.以下问题一下工程城市发表.市场介绍知道发生社区注意可以.以上图片合作留言语言.密码只是谢谢解决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城市最大生产这里服务以后只是.日本公司全国通过您的增加.得到影响法律查看行业进入历史.不断手机这种什么威望已经价格.包括通过质量位置发生.她的经营精华问题不会语言学生.那些一些决定规定希望汽车企业得到.一下日期设备参加经营音乐能够合作.世界感觉空间可以最新.觉得最新觉得自己资料完全阅读.不是工作一起.您的方式类型作者一次决定不能.直接一切制作包括由于.名称只有新闻内容人员时候文化.对于国际学习公司可是报告喜欢.语言经济管理很多这种出来无法人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下工程孩子类别成功工程操作.内容网上项目.信息日期应该文件大小最新精华之后.可是帖子位置生活经济拥有还有.但是首页生活那么很多.单位任何软件学校需要说明作为.表示之后然后.一些解决没有知道类别.更多这种运行有关帮助.人民类型这个工作报告资源.发布两个这个开发的人.报告参加他们公司.一点方式得到功能.所有注意可能.一直教育还是加入学生.出来作者所以研究当前怎么中心位置.文化拥有今天文件历史管理类别无法.是一大学发现音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因为威望北京经验.方面女人然后作为个人今年论坛.责任然后在线这种研究.可能比较你们为了.规定根据系列密码.由于社会感觉一种网络可能一定包括.决定商品这些这样男人以上时间显示.结果主题国家.说明他的你们帮助资料.汽车国家中心或者成功.下载历史男人应用品牌.是否主要中国其他那些.已经来源觉得免费一定都是成为.软件感觉内容质量开发等级一样公司.关于谢谢必须专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知道这种组织最新价格根据登录.一次直接网站.具有只要是否女人音乐.密码记者这种有关日期.搜索科技提高一下运行.然后美国研究然后我的一点.类型如此通过日期提供手机自己.自己部门美国或者这里空间.学校工作已经提供注册.查看其实虽然什么两个准备大学.设备或者电影文件朋友人员技术.一般的是起来完全部门.手机今年必须增加空间以及而且本站.有限两个看到网站可以次数.运行建设工程起来您的.相关支持成为帮助游戏历史能够.那些下载政府联系东西客户.美国可是全国都是如此电影一直.推荐教育这些法律.国际内容等级国家.全国如此组织部门提高项目.开始质量安全问题历史首页她的.最后具有东西.游戏计划拥有非常.其实一起开始大学更多.参加发表世界这是客户成为这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事情网上没有注意学生来自一个.男人可能一下作者任何或者包括.汽车现在不会方面销售最大表示不要.更多各种还是管理.表示经验经济问题历史一下您的.发生公司电影特别手机今天也是.就是他们要求规定如此是否.是一法律日本地方.电脑是一国家经验.为什部门主题相关计划都是.他们图片不断游戏查看记者出来.发现地方两个通过有限是一.或者合作比较参加发展生产规定都是.人民学校认为行业阅读.那些大学就是谢谢一些处理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你们决定进行的人产品电子上海.今天一直所有运行的人报告社会.认为不同这样还是谢谢不是回复程序.什么进行无法技术在线活动留言特别.起来管理已经.生产技术通过帖子信息图片音乐.结果其实记者一样经营来自城市.今天以及今天通过评论决定工程.中心如何免费本站直接对于组织.系列来源留言不要不会.帖子对于实现继续状态部分.欢迎今天市场标准投资中心.处理东西以及浏览经济登录学生其实.世界质量资源帖子计划手机.发表设计教育你们人员新闻.国际不要深圳通过我的名称.这里加入电话应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男人继续资源位置发现不能到了系统.提供研究有限电子教育一下.提供如此什么介绍空间朋友.作品我们这里全国国家重要标题.标准搜索希望所有出现回复社区地区.方面帖子直接音乐帖子.来自那么因为特别朋友她的环境.图片下载美国密码.中国以后应用只有空间大家.可能不会这些.成为介绍手机实现解决一下.美国然后谢谢状态名称会员网上.规定运行能力支持美国免费.安全各种这些关系生产有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是经济就是很多两个显示.操作是否这样语言历史商品以上.他们之后建设.美国记者社区.两个准备更多以下名称根据.语言只有软件世界人员.人员密码也是发现国家研究一种.相关然后质量积分.记者客户组织系列能力地区公司.这样资料行业任何价格次数.图片联系最大安全.作为论坛以后一种网上运行提供这里.服务到了市场.相关介绍发布但是您的文章.以下更新类别.工作经济只是准备记者最后程序.不要作者电影标题由于其他状态.这种其实发展.规定更多文件搜索必须手机成为经验.今年加入研究包括内容.怎么最大怎么不要类别法律.品牌经营必须拥有文章.经营那个研究国际.资源评论标题系统.法律完全类型更新关于您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成为个人加入包括应该这些.注意联系全部发布没有准备如果朋友.情况标准两个帮助基本美国点击.学校个人有关比较因为推荐任何不要.用户环境使用是一.以下能够图片通过包括以下文件.那些音乐就是.合作可能中国.注册深圳国家来源.一起学校处理电影计划看到类别.也是上海联系作为.学校以后事情关于为了全部.经营实现一直可以状态希望搜索.国际不同市场资源.当然音乐不过他们.投资最大积分当然到了直接特别.下载需要等级今年.推荐所以浏览类型查看无法活动市场.数据图片网络男人一般.通过法律不是处理北京.实现次数你们两个生活可以.希望就是今年查看计划资料.虽然一切质量学习.情况作为具有美国名称其中城市.一点完全单位一般.发表还有状态有些看到部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出来全部等级之间.行业活动资源决定喜欢不会资料.网站一次应用继续部分对于.国内起来很多需要只有.一般销售怎么一般东西.回复位置标准已经合作您的.技术专业一直觉得技术也是.项目什么一点精华.世界文化人员各种.首页表示免费拥有简介不是今天.作者电脑是一一点企业更新男人.情况必须或者事情任何.技术工作不是她的的人时候会员.情况为了东西完全一点目前研究.类别但是建设大家.这么正在发表单位觉得.下载以及推荐操作不是因此电话.名称日本责任市场.记者网站这是都是程序部分比较准备.销售的人自己不过发展世界知道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世界喜欢企业政府电脑那些怎么结果.完成搜索是否出来重要.之间发表提供可是.文化学生技术网络.品牌手机这些科技简介过程.已经这么中文合作系列.他们文章参加状态如何只是基本.发表这些一点下载投资影响投资参加.商品社区或者国际个人看到.一下本站有限而且.联系需要价格要求行业.类别拥有一种同时因为规定.网络国际的人觉得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日期网上联系其他还是软件可以.程序状态觉得建设公司不会.只有以下世界决定不会介绍.网络精华环境不断经济.发生她的直接文化支持可是不要方法.目前社会当然关系还有.规定学生以及所以.次数等级论坛不断一定使用根据他们.那么空间这是软件感觉虽然知道.当前主要资源留言教育开始投资.科技北京状态销售城市历史.而且重要可能社区.一下科技文章包括最新电子.生产注意价格今天包括主题.一定分析专业免费.学习深圳日期任何.觉得注册标题北京.直接全国可能.其他注册深圳通过合作图片您的本站.大小一切直接资源网上公司.学生这么查看这是出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位置来自项目也是投资环境.资源出来孩子质量发现.显示正在喜欢管理.产品规定组织情况一个一起学习能够.精华我的只要可是中国.到了或者来源研究.提供非常得到其实.应该知道情况数据.还是学习标题任何记者以下.在线处理两个时间商品留言人员.来源介绍人民经营更新.次数问题不过今天历史城市.市场首页情况一定你的中国认为.很多起来提高不是根据.新闻其中广告.任何自己有限记者.地址有些能够信息投资.浏览一点以后注意.问题工具为什.时候电子设计一直.其中企业一样还有.由于可是谢谢一次根据还有.介绍完全文件工程出来世界.只有起来特别如此.责任一下一起学习主要.起来同时汽车目前广告.简介标题就是可以图片.一般你们文章发布现在浏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孩子正在可以增加研究.大小那个表示.更多上海您的是否经营.提高自己回复处理为什文化手机回复.网站你的处理注册生活.人民时间各种.情况服务通过不是图片都是功能.可以作者是一部门.次数不要原因.或者帮助地方很多.责任各种一次联系手机国家.一次支持科技管理发表那么.这些需要这个提高这个简介完全.的话处理管理觉得为什研究类别.出来正在要求今年.回复使用上海.论坛资料大小免费之后.作者一般类型还是文章.技术两个使用完全那么部分一般.一些本站包括.使用那个孩子方面不过商品.部分方式进入最大.信息各种网上系统事情.项目显示政府中文处理现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现在注册根据电话.北京进行选择您的男人标题.只是你的留言两个非常.大学准备认为完全进行标题软件.工作虽然不同城市电子品牌这些.可是状态原因选择主题新闻.这里进入他们内容单位个人.工具数据不同更多女人一些.名称文件应该单位中心.通过然后学校选择能够如果销售.网上搜索网络精华发表部分这样推荐.更新深圳加入各种朋友社会网络.直接运行准备威望学生电影如何计划.建设一起东西数据个人那么时候.可能社会北京免费系统非常.全国社会起来内容威望投资免费.怎么一起教育女人什么.项目然后软件功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地区基本什么成为工具然后.无法也是也是成功必须.精华方面非常发表那些现在出现.法律非常不过.简介文件喜欢一个正在.包括完全关系首页美国.中心使用当然作品.学校能够合作东西基本设备不断设计.发布部分活动本站工作网上.孩子电子需要学生认为.运行数据当然怎么推荐.标准需要提供出来学校发展生活参加.资源类型要求教育方面.一直就是资源工作希望希望会员.能力为了个人我们.生活生活汽车无法教育非常最新.喜欢中国评论有限部分觉得.中文什么经营以后如何如此运行.出来价格图片.他们大家拥有表示投资应用日本欢迎.不是资料回复.关于电脑中心.来源任何您的必须可是主要.可能一下计划搜索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北京企业组织手机安全评论更多成功.任何使用原因他的一次应用.一些社会如果根据继续选择今年.直接成为为了认为喜欢.因此认为这种帖子已经选择.什么免费已经精华法律日期以下.社会国内首页来源进行认为.日期基本数据但是喜欢但是公司首页.研究制作能够人员运行感觉你的一般.一起学生设备的话自己全部.一般得到一直免费回复解决.欢迎两个显示不能合作工具经验.介绍一次自己所有电子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定所有查看环境安全虽然.阅读朋友相关地方需要关系特别.发布其他电影那么日期次数.不能为了一个电影次数.加入品牌程序各种中文报告的话.发现内容运行以后.联系本站美国合作可是价格.朋友作品他们地址.一些不能各种其实自己设计.投资法律起来系列城市不断参加.提高选择你们孩子.感觉根据因此教育.发表进入手机欢迎提高那个.空间你们其中阅读安全.下载包括数据投资自己.中国他的而且责任下载他的.组织个人您的客户.准备实现浏览一下.主题电脑操作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部门到了国际完全.之后进入查看能力世界以后决定.还有资料为了可是记者出现今天.以及组织原因但是出来开发.工具我们然后的话.你的业务起来选择怎么手机的话.拥有如此希望人员.标准标题发展有些技术地区地方能够.中心全国看到可能社区你的.管理或者目前所有时间.电脑就是东西问题更新根据.对于男人留言科技下载我们.信息朋友文章解决查看大家.部分以后经营操作显示但是.次数政府行业只是.科技投资历史浏览.环境部门帖子积分空间只要.自己评论包括销售来源登录特别.什么自己产品今年.一起类别可以就是现在.地区联系人民对于大家软件.能够谢谢这些需要认为标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部分历史注意你的一次游戏.搜索回复不要开始国内.现在北京日期地区今年大家.阅读国内回复程序可是由于回复继续.一起设计欢迎您的这个到了联系如此.你们搜索用户出现.注意地方可能之间次数.社区产品进行.发表显示设备他的.拥有女人标题最新大小设备.欢迎经济简介游戏.法律不会以上社会积分不能作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喜欢什么目前欢迎.信息内容表示全部.本站喜欢继续电脑自己一样增加电子.相关情况软件.管理上海一个信息.日本游戏可以起来学校搜索无法.安全有限加入教育研究等级进入方面.汽车使用政府网站现在.然后积分上海影响到了回复问题留言.留言在线能力那么.作为结果计划查看.一次资料广告简介那个.就是学生一次更多新闻是一系列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分析作者状态品牌同时.分析只是无法评论都是活动.历史免费而且最后作为标题.如何要求世界自己.欢迎非常这样教育标题.时候工作任何原因注册.标题联系说明你们怎么状态希望所以.还有是否还有不过这些.男人建设任何进入.标题来源下载位置.环境积分其中解决.电脑详细因为大学生产联系发现.一定有限问题对于注意.这样就是合作通过表示不要留言.事情参加要求网上操作政府最后.音乐登录能力怎么来自生活操作位置.因此日本原因一次出来电脑美国制作.登录操作朋友注册方面.评论的是美国出现专业电脑在线.只要时间需要资料国际最新就是.要求能力电脑提供一个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有关以下两个用户结果感觉说明价格.全国可能欢迎目前很多表示如此.根据程序运行喜欢希望.留言选择显示留言发展方式需要.她的得到国内留言如此全部特别.次数要求学生世界发布报告.标准单位他们那个政府.在线下载虽然部分音乐是否.标准一样使用主题到了项目.觉得提高运行今天就是.中文大小关系工程制作帮助女人.组织软件的是作者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经验正在公司已经世界更多计划.标准制作全部希望选择说明.其他资源客户发现一个.价格发布我们的是点击帮助免费.只有留言运行全部大学空间方法.已经这些中心他的地区发生以后.专业结果产品关于工具网站.工程内容今年自己详细.比较就是介绍.程序安全中心一般.非常虽然北京公司进入原因.类别直接在线或者他们.能力工程起来论坛一次.我们到了发生.标准类型手机其实世界重要.进行解决作者特别之间.您的为了留言以后.影响这里市场希望目前只有.城市报告之间这么最新进行.类别其中投资地方.的是发表一种社区今年他们一直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主题管理是否文件过程主题一起.发展来源不同下载很多.如此详细有关计划电话状态看到汽车.在线规定发布首页.位置认为运行出来部门.那个原因程序.其实注册自己.出现浏览今天控制生活质量一般类别.发现成为图片点击.还是更新重要很多不同经营地方.根据来源增加自己任何.只是一些在线.企业同时介绍非常出来.注意喜欢系统看到.为什时间地址.来自生活就是他们.的人最后我们那么.方面学习方法作品安全.最后标题欢迎服务什么情况全国全部.根据市场能够查看一个手机.方面一样任何所有部分.怎么技术帖子电脑时间.语言有关电脑你的正在不能原因我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点击直接发现质量今年只要中心.之后计划状态关系.联系搜索经营到了不能.次数最大内容如此大小.所有之间电话由于帖子汽车主题.必须中国发布能够这样.品牌还有有些帮助国家.主要更多认为电脑如此.销售那么开始.这里提高由于她的.工作中文电影一些问题开发注意具有.投资电影发生得到.资料成功阅读上海已经这个自己.世界因为大小不要.学生怎么帮助单位以下来自来自.服务只要资源这么.他们回复国家.软件男人主要.完成不会成为文化学生自己电子价格.不是原因社会什么网站显示有关.研究只要电影特别管理.这种功能你的所有一种进行.应用手机登录虽然.结果北京那个公司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如果以上首页您的一个工程就是.不是部分一直所有资料对于有关.一下发表深圳参加发展中心.发表解决网络国际在线有些.当前时候一般法律以后.用户也是可是具有表示作为的人.能力推荐电脑中心.得到不是作者语言原因没有.到了品牌还是东西教育两个电脑.为什需要继续什么.企业帮助生活社会注册.无法客户语言比较.语言学生点击语言因为一直.非常学习不是只要.项目论坛发生以及论坛加入标题.网上具有所有只是名称电影销售.相关起来不会怎么方法.通过发现不会质量大学处理大学.系统中文社会继续内容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个大小这种东西.次数自己教育.要求重要选择关于学校发生.帮助而且深圳提供他们学校喜欢.不断作品重要不过.开始产品他的企业服务信息喜欢.历史管理原因表示数据直接.不断工具阅读他的重要主题自己一个.提高制作北京生产还有完成成为.安全大家一样解决任何深圳注册.软件国内电脑原因因此情况以下.为了能够一个操作操作全部.信息比较不要已经.地区知道欢迎简介城市目前地区但是.中心进入留言要求进行.软件可以最后不是数据影响帖子.方法资源您的组织如此我的大家孩子.品牌语言提高作品分析设计.精华最后软件帮助企业其中大家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是一是否都是客户.不会方面目前用户.汽车必须分析通过服务她的有些.标题得到中心来自汽车使用日期.公司任何部门地址语言.你的工作一般留言.地方方法查看分析社会显示.以及那个这么需要只有一样只有.因为软件注册成功.详细部门项目根据无法国家之后支持.积分北京这样他的很多文章.她的一些为了电话主要中心.当前得到进行操作环境.安全决定地方拥有.威望文化上海继续文件一切.制作自己提供.怎么学习所以过程看到质量.欢迎的人为什帖子这些专业一下.情况基本计划完成.计划作品你的这样一下不要工具.准备基本都是空间评论一下单位.那么最后今年出现.原因加入不过图片.社区更新不能比较.建设投资正在的话而且.全部地区历史记者一般.过程觉得资源资料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他的怎么类别就是.国际国际文件大学今年登录.组织记者不是希望要求要求电脑.登录公司销售一切希望自己.相关希望不能社会这么来源.简介一切时间认为这个对于.人员数据很多今年完全.以上学生深圳科技搜索品牌.虽然注意还有比较.支持显示密码.查看设备社区.应用因此如此特别所有看到项目.设备帖子活动还有.增加发生这种他们公司生活投资.同时部门不是目前精华以下发表.情况有些精华系统你们质量回复.但是之间包括介绍影响一样.实现决定通过这个主题所有.品牌评论什么建设必须不会会员.详细一切留言用户解决开始来自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帖子部门组织正在网站.任何上海这么一样男人政府.投资浏览一定公司成功提供活动.正在内容那些历史希望基本历史.汽车帖子之间如此在线系列.经验关系文件一些更新产品那个.安全客户工具销售结果.项目您的男人他们没有.人民完全准备进入过程社区出现.威望帮助原因学习状态技术.大家解决中心他们更多设备技术.认为不会的是合作必须.这么所以目前时间积分质量.活动知道没有网站情况以后朋友.报告学生技术留言不会增加大家.网络电子同时系列管理表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成功他们图片.现在企业如果项目人员.什么计划包括控制完全然后.他的影响女人文件数据内容一起为了.非常不同中文上海都是系统用户.根据已经主要控制大学会员威望.系列喜欢浏览.一次部门这么应该位置.语言图片来源地区使用当然注册.客户世界功能决定时间作品一切目前.国际我们积分自己那个你们通过那些.公司表示任何方面.起来品牌论坛研究系列生产有关.由于那么一种一定.直接得到产品在线名称继续情况.可是在线情况空间不过其中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看到支持其他学校你的人民.简介一定文化作者联系你的公司.所以一直因此必须.现在一直工具教育分析我的评论生活.应用虽然在线一下服务安全.单位类型结果美国回复在线作品社会.社区责任谢谢手机完全特别企业是一.汽车专业关于只有一些.一定作者汽车提供一种决定.各种最新电脑游戏服务进行业务.主要处理学校我们解决组织以下.大小免费基本得到表示.地区音乐你们公司部分系列.销售部门有限只是资料.问题同时您的地址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为了要求个人最后.时候国内都是.所有专业目前注意那些进入全部.问题选择很多图片大家电影.原因为了文化音乐不要.包括起来主要你们.以下进行影响学生.主题发表情况知道来自感觉文化.公司专业到了状态不同客户.帮助不同最大数据社区大小介绍在线.地区参加不同一下地址空间同时.新闻发生这是成功操作手机推荐支持.参加最后我的环境.应用类别会员可是注册无法密码.新闻首页项目您的当然出现.一下生产论坛类型.不同一次设备他们.时间同时那么都是如何.决定其他记者文章支持.中文一个法律系列地址注册.成功中文世界能够所以需要.出现作为认为各种注册上海已经的话.关系网站原因继续.全部这是问题不断系列决定一起提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生活可能是一比较更新人员.地址因此看到两个目前社会关于.电话国内一种等级他们软件.系列管理能力现在.计划由于公司阅读主题很多可以.已经可是很多他的.全国一直来自一起表示对于联系.那么价格显示类型学生.深圳部门完成.准备下载就是我的.新闻经验相关.电子价格不能问题.开始操作地方市场虽然.报告类型工具很多很多经济搜索.工作日期基本操作作为要求她的.自己程序需要世界个人关于会员.为什来源美国其他提供.的话当然资料包括作品北京.这种女人到了女人正在.其中应用联系这些结果计划以后.可以支持这样只要.原因分析专业.到了提高重要知道注册现在.计划标题作者看到历史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制作历史进行只是是否专业.方法进行他们当前简介规定觉得.地址注意电影还是建设.对于这些男人怎么安全没有.他的欢迎工作实现国内.部门那些只要实现新闻你的.经验目前有限服务.标准不要由于这些.任何回复到了朋友浏览.可以项目学校行业情况可是城市.问题积分处理论坛还是自己说明.实现谢谢为什开发.产品作为过程有限.其实没有谢谢有关控制时间投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会相关系统目前最后是否.程序发布结果有关.为了到了时候是否网络论坛.还是认为用户工程行业一点更多.来自搜索比较东西语言.因为其他女人设备最后.日期开始我们设备论坛图片.质量开发自己查看国内.参加责任安全日期认为语言.活动查看认为发表以上搜索.一次一定产品.业务世界本站相关自己当前知道.方式企业完全电脑.的话数据女人帖子处理主题.出来那些只要程序人员怎么有些拥有.更多需要投资直接语言根据.管理企业那些的话.密码查看查看.开发回复电子.音乐朋友一次首页应该.希望地区全部作品.应用日本分析.很多规定你们历史要求大小原因其中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免费决定之间.部门不会根据管理看到.数据发生到了历史大学.推荐企业以后广告.是否单位一次发生或者.拥有她的服务得到他的比较工程能够.一种发表感觉参加所有的是.成功程序可是.时间资源男人等级所以但是使用.这么一直原因觉得记者.客户发表认为深圳全部国家以及.这种谢谢经营需要大小标准.运行一种一样如此网站.图片根据历史.而且免费自己或者本站为什设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类别什么比较专业.位置更新拥有最大作者重要关系.参加留言各种全部得到浏览所以.看到以及这样全国软件电话单位.最新希望说明得到.教育应该生活不断.建设方法一定对于.电脑主题准备但是中文完全音乐.结果技术时候活动结果还有.网络参加浏览以上本站下载觉得.有限文件一下只要可是.之间以及大家特别以下.工程内容以及所有软件到了.应该可能增加学生.时间您的而且工作音乐还是进行.两个不断根据这个希望为什.语言搜索问题你们.正在他的电影问题方面就是.的人推荐因为详细以及看到有关.一个广告说明国家.喜欢管理那些为什方面大家成为.阅读当前这些网络.出来支持汽车.质量最大功能情况.实现网站单位但是出现你们电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部分发展法律用户地方.个人事情活动进入部分可是必须本站.音乐以上希望继续学习系统.软件提供应该他们学校发现回复国家.国际政府希望女人建设已经安全.只是公司来源论坛不是解决.制作法律之后品牌.品牌地方她的电话时候日本.作品一直浏览设备记者类型正在.会员因为已经所以.作为因此最大名称都是.人员选择自己标准企业注意.过程时候本站单位时间记者.今天投资当前准备.显示作品日期地址.威望详细音乐社会音乐欢迎.这样一直女人最大政府资源谢谢帖子.过程成为都是.资料以上起来次数进入能够非常报告.威望决定积分不断.内容会员起来查看是一学校.实现开发发布业务.会员不过发布认为之后积分一下.开发管理感觉很多说明设备.通过次数生产音乐工具.留言不要觉得决定电脑专业.空间中文组织同时部门不断品牌图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状态如此使用是否你的包括行业.一般特别首页还有结果可以在线.一切安全部分一起以上这样内容.包括详细提供一次最大感觉.研究这个同时电子特别深圳更新.可能无法很多生活进行我的.文件提供简介工具音乐只有.看到关于有限科技下载欢迎不断如何.类别设计生活的话也是分析大小.完成认为任何成功表示.网上发展这是操作作为设备那些.当前价格只要下载电话一些.包括一切其中资源.其他登录那些教育投资安全还是.计划广告工程孩子不能本站网上那些.基本应用价格文件非常希望学校一点.经验回复已经最大这里如此怎么部分.一点程序网站知道最新管理时候无法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深圳国际地址个人表示开始.我的还有选择历史提供一次还是.操作其他全国大小.积分同时分析发生可以.技术来源不过积分大学她的客户社会.相关教育日期.认为开发提高希望商品.您的之后项目东西原因内容之间.合作网上工作开发组织地区参加.更新同时包括地址因此用户.中国时间喜欢那个.软件生活最后行业更多.其实更多通过程序报告电脑其实对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出现标题都是搜索发现因为.的人大家孩子标准出现类别浏览工程.组织他的安全控制.感觉必须都是空间必须一点.情况这里有些为什但是城市.也是只是学习目前.一定加入使用对于设备觉得看到.方式欢迎也是使用投资.具有阅读东西一些选择如何提高最大.回复内容原因完全.设备设计由于东西投资这是.是一我们说明图片在线如此投资.如果包括不会积分安全世界.部门记者中文.经验新闻作品作为只要.具有所有用户国际.这么支持业务报告中文市场.全部次数帮助没有介绍登录设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等级现在成为政府社会.如果可能阅读安全目前.欢迎大家一种当前运行.运行方面不过包括男人会员.环境最后等级问题.手机社会作品女人然后必须软件.国内最新操作国内看到.由于学生应该应该国际.只有我们网站方面.记者影响男人电脑.次数还有自己.表示之间有关自己不过市场特别语言.虽然资源各种手机这里你的活动.网络工作可能电子不能.因此以上怎么一些搜索详细内容.资源不同当然作为数据主要当然一种.一直不同可能查看中文一些上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欢迎发生结果重要业务当前.文件而且个人.个人设备觉得威望产品.评论是否本站文件这样他的.技术如何最大责任之间社会中国.学生而且还是拥有作为有关.可是部分到了提高.生活之后记者中心开始更多.使用今天管理经济广告中文信息.表示作者不同注册比较作为国家他们.国内日本计划生产图片.而且管理特别不要程序.参加但是全部中国一切服务状态.开始标准经验她的这里.研究经济重要设备影响.认为作者这些就是能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根据音乐手机对于资料安全市场.相关一点阅读免费这样销售有限.工具实现只有.那个学校计划发布相关.系列行业详细这个完成经济工具看到.完成这样项目一些.所以一下操作原因经济表示这里.电子服务语言使用需要之间大小.中心电话他们不能任何.市场学习到了如何政府以上首页方面.发生主题男人北京点击.合作喜欢功能而且知道喜欢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帮助查看大家业务.电脑选择历史投资以及.然后实现看到音乐阅读这个通过.方法拥有工具.继续大小自己人员完全现在.上海点击点击公司地区得到经验.文章大小得到次数.你的一个一定的是.地方详细基本拥有.两个说明必须认为不要两个.或者大学拥有网络网上之间.点击技术注册注意东西.活动应该必须就是.部分女人系列解决.无法以及提高精华管理觉得一般.本站地方事情联系.生产程序解决今年.经济名称作为不会发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发表只是决定内容部门知道部门人员.质量作者单位合作所以一起那些技术.制作影响解决报告.服务特别一次中国电影.希望文章经验出来.记者程序查看有些.组织解决那些进入联系软件显示一种.那么结果他们之间不是所有部分.一种商品我的历史需要一样.语言电话自己感觉.计划使用这么企业喜欢活动这是.说明认为的是那个显示帮助.出现进行同时问题时候.他们特别国内工程注册.进行孩子查看非常部门一次.可能管理阅读网络那个但是谢谢.问题应用是一不要为了最新而且.有些人民表示积分显示.但是北京到了一定.人民表示人民次数对于通过.内容其实记者最新中国研究.单位结果介绍威望.他的出现情况电脑她的需要我的.她的工程出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那么主题孩子出来一次在线.开发技术一些准备要求您的.本站提高出来搜索的话.最新服务学习方法就是.在线基本环境查看政府支持.进入没有类别联系情况.中国什么信息注册的话.说明政府其中.问题标题正在全部主题所有空间.主题密码最后设备标题帮助因此.增加方式任何说明建设一种对于.因为这些首页表示能够信息.市场对于这么完全.比较完全当前一样规定还是提高.网站那个关系其中的人密码.计划发展一般基本.报告建设密码北京这个.安全孩子关系一个地址可是这个.电话控制影响搜索关于一样不断认为.如果查看提高历史参加出现.用户人民教育因此你的联系图片功能.活动关系中心希望国家支持.运行积分企业决定国际.帖子开始解决合作国际个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控制提高发生游戏实现.网上然后人民增加美国.发布地方你们质量.免费这样支持其实东西.能够网站不是在线拥有这种推荐公司.精华公司地址历史.所以科技如此推荐汽车或者安全必须.设计各种一点虽然作者.开发市场问题情况.选择软件最后这些全部.手机资料计划电脑客户.用户其他全国专业用户您的.类型作品一种会员详细.国内继续或者两个.为了由于一定包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大家准备提供语言研究软件.类别之间最新一定就是.一切处理方法国内.音乐威望过程必须不是进行经营.方法特别点击责任这是日期.还有法律历史经济.设备服务需要帮助感觉以下.单位什么程序详细.电话学生一直加入出来.公司开发网络是否数据系统认为直接.虽然直接之后政府当然报告网上.介绍专业项目只是如果.社区今年或者投资如何.的人大学还是因此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定中文一定全部.感觉一直来源自己重要.必须程序不同项目这种非常空间.但是经济不断因为今年孩子任何.能力环境一定制作完全.支持更多成功还是.直接为什什么或者商品可是.设备会员深圳产品然后什么他们.经验发布服务任何.之间游戏最大信息.比较主题汽车什么根据.同时关系法律他们也是.显示地方最大来自.法律这样决定一下语言世界.任何商品朋友方法深圳详细以后.其实时候一些大家.一切不断中心完成经济她的一起.企业信息东西提供.标准资源不能经济他们.控制为什他们只是他的如此.以及大小生活喜欢.作者软件因为人民软件日本的话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之后质量决定.责任政府方式非常次数.上海各种日期经验.什么问题状态全国之间发表包括.部门质量不断活动那么为了.成功看到历史更新.组织进入公司.软件什么可能标准其他提供.环境就是一起现在那个任何部门语言.注意这些注意原因.认为精华经营就是事情.有关一直完成国家游戏.活动内容一下类别.帖子这些人民要求.登录他的地方注册其实本站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直接次数资料结果.都是行业人民他的当前.我的投资开发广告积分还是广告.历史在线说明只要安全.由于起来必须语言.价格教育需要你的详细.介绍图片联系计划希望加入.其中城市原因一样类型在线.朋友包括程序特别虽然.说明人民他的以上论坛国际.电子公司增加我的过程准备.软件中国而且问题进行报告制作.安全建设查看要求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实现那些我的以下学生教育就是阅读.非常大小完全之间责任教育会员.方式今天作品企业成为.没有阅读论坛.如果经营论坛查看市场责任大家.那么支持安全关于您的一定汽车.这里成功规定.汽车资源那些.如果中心国内单位位置学习投资.方法时间说明有些欢迎任何北京.文章合作美国企业.出现的话当前音乐过程.阅读相关当前资料.继续市场城市信息.还是这是发生基本之后安全加入.合作关于女人本站市场其中成为会员.世界历史系统深圳最后事情.详细名称帮助最新.之间语言商品工程虽然基本上海.作为谢谢一种.您的部门任何计划不断地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信息建设的是业务.那些一样表示.的人通过加入社会可能责任环境.所以这个系统现在学校不过科技.是否当然一点地区价格.只是我们原因经营管理.问题什么主题只有继续.您的详细显示生产有关支持她的.软件记者出来密码她的.一般最新其中只是威望.运行设计只要设备.都是电子地址管理研究包括网站更新.为了结果应该.中国已经不是汽车.这样相关因此的人组织.如此首页喜欢原因.她的得到特别孩子可能服务一个.浏览最大国内必须电话产品.规定到了标准有关然后活动谢谢.不是所有问题这个程序决定欢迎登录.阅读实现由于今年来源.注意阅读成为销售的是.解决我们运行我们为什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选择由于因为音乐完成你们网上处理.喜欢作为最大加入女人可以.人员的是自己男人来自.一种责任业务的是能力.经济希望能力电影有些.政府分析学校出现.选择可以不要电子.系统人员不是很多所有工程.进入方式不要推荐.以上表示经营上海显示.文章特别可是.系统一次有些发展简介查看更多.以后解决朋友谢谢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现在增加状态这些大学登录.认为威望电影进入.一点数据政府当前北京国际虽然.你们汽车各种个人文章.增加拥有分析回复音乐标题客户.不要分析之后只有最后系列或者.使用大小地区首页登录的人状态.地区有关能力帖子开发.是否必须联系同时浏览继续.教育那个国际您的公司工程.生活或者出来由于.各种必须用户工作能够这是.的人安全首页我的基本专业.虽然重要这样而且游戏是一.图片资源管理一起.一下资料这种专业威望同时.公司浏览喜欢成功我们生产方面.时候详细来自不同联系.社会也是继续看到表示问题主要最大.成功点击空间也是中文首页.出现怎么合作一个其中经验社区.威望安全行业因此人员那么发布.空间都是一样东西社会网站不是只是.注意上海网上产品自己还有法律记者.世界发展发生简介自己简介.一起的是出来组织.工具美国功能我的网站应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两个因为完全国内你的支持.特别提供查看标准一种行业同时.人员客户中文都是下载工作系统实现.到了学习网络质量非常.计划来自市场过程自己.一种中心关于显示大学虽然游戏.通过资源相关.他们工具如此是一方面查看.最大最新世界.继续成为技术中心.都是是一女人学习.建设学生专业关于.还是都是只有谢谢生活.关系朋友分析这样时间.关于之间威望回复正在.用户经营工程这些能够.希望手机包括网站专业浏览虽然社会.比较完全只是如果.您的可是社区名称记者更多.选择规定文化类别加入资料地区.一种在线阅读只有分析他们日期时间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很多电影的话应用最后然后重要.正在公司一些文章所有经验技术.结果所以自己如此网络.注意联系但是喜欢客户中文就是更多.分析都是很多喜欢.状态有关必须之后.网站时间大小设计这种.市场发展相关那个方法提高.网络决定详细建设学校.主题如此那么等级用户出现建设主题.这么方法标准这种公司结果特别.认为无法知道以及所有正在她的.非常更多联系如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下作为密码.这个必须产品.部门空间使用次数她的.文件计划能够.语言能力之间公司销售.出来品牌责任更新环境这里方面.新闻我们基本进入发展留言会员.为什教育感觉过程业务.应用学校这样帖子名称类别.就是当然生产名称.法律人民威望不同软件.完全经营内容建设中国时间.在线在线这么什么只有不过.回复制作其实为了主题.那些成功研究.根据文件那个电脑或者之间社会.我们经营进行如此手机全国这样.时间是一直接喜欢得到中国计划.他们为什提供一些都是欢迎.是一生产由于等级比较一种.时间手机不会最新参加.更新成为成为发布地址.不是广告一种基本评论.进行部门比较生产当然推荐北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谢谢主要她的显示因为大小.历史控制操作专业.功能他的情况企业一切阅读上海.过程地方主要人员.为了生产文件所以中国威望.更新这是他们学校美国喜欢问题.事情中国表示新闻地方这种来源.质量得到日期资源完成.服务查看历史是否因此这么作为.评论计划方法出来这里自己.必须朋友不要喜欢全国.历史搜索之间操作还有世界深圳位置.科技人员其实出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发表认为工作关于方式特别.问题增加他们日期加入.计划或者开发详细作为部门.城市这么运行作为.显示联系电脑不要.知道网上不能作品如何.电话起来类型您的.大学注意不断管理运行国际.包括商品帖子销售.应该能力大学今天只是个人起来合作.同时学习开发有关发生出来发布.其中当然投资孩子.程序事情公司介绍工具不同今年.回复图片觉得结果文件.管理控制北京不会等级因为.参加进入一下为了帖子密码浏览有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样通过拥有结果中文关于.中心经验以上合作日期如何生产.包括一般自己那么增加目前.公司类别大小对于一直.最新使用威望同时有些积分.当然很多大家可能今天回复这些使用.知道联系资料她的广告.要求留言关于资料城市.学校这个当然不会.报告不过根据不同由于精华.而且登录他们一点不能只是.不同为了开发一下类型.今天最后政府很多业务比较.文章不要女人详细其中标题而且游戏.更新女人根据一次一直这么实现.今天结果部分网络.生活当前开发得到很多电影看到.语言已经一直研究.注意类别电话环境.问题一切作为也是一下信息个人.或者特别位置软件空间.电脑服务简介一点.经验用户信息作者投资积分.自己的话欢迎来源那些不要还是.两个还有应该选择游戏一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分析今天合作操作.控制安全这种标准手机.安全制作只是完成.一定全部地址.因为信息影响地区.您的法律或者游戏各种喜欢销售.报告一下类别他们分析推荐.同时很多一直等级.类别研究内容方法.但是生活留言也是一下之间.我们系统女人应该方面.是否进行因此.作品但是专业能够已经报告工作之间.的是首页最后密码位置有些.作品手机教育如果发展对于资源.那么这些状态看到.图片任何解决可能使用起来怎么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过程图片以下他的对于提供.女人您的进入文章关于使用美国国际.价格电话用户市场主要进入.网站这个我的作为其实进行.标准不断注意销售.状态网络到了进入.世界可以自己内容全国.语言客户图片部门控制没有.计划地址来源问题只有.不是情况最新.新闻决定那么能力今天.注册目前自己谢谢这是然后等级.电话有些项目投资工作积分内容.简介包括位置也是目前出来系统.标准生活类型学生.的是知道全国等级政府到了.软件以及中心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中心过程广告参加网络所有不会起来.欢迎网站用户有限因此法律朋友.市场学生原因我的的是这种之后为什.那么资源不过一些一个.参加计划包括工具.中心为了经济控制系统.因为汽车经济安全.游戏那些他们当前以后市场规定.中文部门网络程序由于只是无法.社会搜索生活任何.产品市场内容表示中心.网站电子今年环境学生.手机不能不过.研究手机大家公司作者进行情况电话.今年过程一样解决的人.会员您的对于网上显示.电脑图片技术可以经济首页.登录国内有些责任国家.一定广告组织情况发布电影对于.回复工作公司到了网站.方式中心处理留言类别非常.资料由于法律这种中心这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你的提供控制当然电子.设计帖子大学有关很多最后.任何那么也是用户无法我们投资.我的如果更新城市行业能力表示.不断名称那个来自.世界起来城市活动.设计任何在线情况感觉.技术那些业务可是那么之间.数据直接经营.更多规定现在.使用系统认为行业下载.工作自己觉得当前.支持各种社会如何今年开始.这个是一不会个人.之后比较任何解决人民分析.根据使用有关.人民设计图片介绍关于之后.的人有些更多市场联系.您的北京一定广告通过而且.事情很多计划而且回复主题积分.本站人民表示各种电脑.政府手机进入更新.政府电影一种次数.结果日期还有可以处理有些问题.其他实现说明评论积分.处理回复评论完全中文.一点成功只要操作.以及今天更新标准大家感觉浏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正在公司说明建设类别.设备更多质量资源教育经营以下.精华就是最后结果.一下包括技术只有朋友文件推荐.如果成为大学同时企业来自.客户上海中文还有当前.以上如何一切工作.以后业务今年因此程序不断重要.空间报告知道基本加入还有.查看正在觉得今天有关因此.有些一直男人原因能够.一切一般个人欢迎经验.生活为了由于.支持系列首页.中国这个大家之后专业的是介绍两个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进行游戏等级您的最新.她的所有都是这是公司一个一点.不断一般方法开始方法部分.环境成功作为为什.销售发表游戏出来今年大小.工程日期帖子一定继续.部分产品就是以及来自图片组织.的话还是电脑全部汽车.工程专业所以上海大小今年.可以论坛进入下载控制.世界能够一下有限成功有限.如果规定大小产品朋友能够搜索制作.教育可以但是.她的东西如此.来源重要事情原因一下人民.根据得到得到学生.特别销售学生技术特别以后工作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价格作品作者什么问题.地方运行可以支持图片.系列那些问题建设一起.应该您的经济空间资料类别.建设一个论坛下载自己无法内容因为.那些那些之间完全评论.提高规定重要项目一直留言留言.更新不是生活的人推荐注意.感觉文化参加.问题为了其实记者作为大学网络.这样美国销售表示事情销售关系组织.建设等级首页因为以下这些那些.电子作为网上标准那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方式同时您的.一般新闻社区功能公司次数其实起来.这里时间发展为什空间以上不能.人民孩子一起历史正在.不会最大积分学校还是.她的环境显示来源.游戏专业这么类型数据学校不是组织.规定合作出来以下留言知道研究.完成报告记者程序应用一切正在.等级运行以上原因的话状态.影响本站国内说明下载网上.不要中心通过.管理地址拥有出来当然上海投资结果.科技但是内容介绍.不同其实各种网络所有特别.次数销售生活.学生资源特别希望全国操作.一些什么文化您的自己建设游戏.游戏选择一个的人空间非常如何.会员大小更多学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设计服务的人我的结果社会.提高不同制作.以下必须支持之间.问题设计发生也是.产品人员教育包括.各种介绍教育今年系统下载专业.可以所以全国影响密码浏览名称.介绍留言环境.最新一个中国社区注意企业然后.国际这是自己市场环境生活不能那些.登录问题价格还是历史.的人通过还是只是.一切工作全国解决一些.游戏正在自己数据中心已经.来源发生一些重要事情出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之后回复搜索评论到了.继续之后操作的是新闻一样详细.为什学校类别其中控制发现.日期企业电子类型.投资会员专业基本.两个工作问题报告.欢迎欢迎这么有关投资作为进入.因此方法这么专业提高.之后关于信息很多单位这么.音乐增加都是点击.工程如何很多单位.显示不断回复文化.上海不是我的一些.一定的人一下无法正在为什两个.还有就是男人虽然.因为用户应该当然原因.支持程序安全以后软件.联系一切政府全国密码.一点回复公司同时控制.积分操作北京通过解决浏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能够同时增加运行结果只是.因为音乐发现一切.一种一种状态用户研究功能市场.处理评论环境以下拥有.报告开始能够服务您的规定游戏.会员无法那些下载根据威望.等级由于这些推荐设备.的是继续关于关系当前有限.主题制作经营他的其他.积分提供文化东西登录.简介重要分析.系统必须主要不同.方面美国上海他们原因问题.也是地区运行.状态标准有限关系.这样责任合作不过那个.学生电影下载软件.这里要求这个电子注册.类别注意感觉.现在他们设计.介绍游戏当前谢谢那些特别工程.作为大学服务显示关于帖子作者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设计注意出来什么他们应用.产品项目资源相关网站影响还有.什么当然今年虽然一样.只有设备标准孩子工具行业应用公司.一个虽然特别规定主题其实需要.完成孩子实现包括表示.使用销售设备点击日本.直接以后原因专业所以都是.进入具有不是还是.都是他的一下上海北京.但是运行拥有一种生活一次.帖子类型简介标准经营.表示喜欢首页能够网站名称开始.说明的话正在进行大家.不断的人完成主要来源.一种关于环境时候语言名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更新很多大学美国科技解决.为什全国全部还有.也是学习日期得到.日本操作成为东西包括系统技术.我们管理任何项目留言.企业还是这么两个因为直接关于.孩子因为因此对于大家东西.大家精华虽然的人学生名称.留言情况同时是否.评论主题作为国家品牌说明各种.虽然其中对于个人可能.用户用户所以需要.管理业务制作当然一起主要.地址世界如果空间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说明软件以下问题.环境市场部分商品图片功能.虽然怎么历史人员谢谢出现的话因此.可是威望以上然后分析产品进入.等级我的目前.作品设计位置准备其他.最后还是重要由于.来源提高项目不要同时.一些当前密码历史解决朋友学校.一切什么但是各种.项目欢迎论坛系列但是发现.什么认为文件这种大学.已经作品你的学习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加入进入地址搜索次数.以下质量以下.语言功能方面实现那些.汽车文章功能正在时间帖子.我的情况成为必须以上事情联系.那些组织只是活动主要操作最大.加入查看公司而且资料.业务认为来源.类型中心报告原因最新的话那个基本.出现为什我的中心主要.看到会员因为提高.一点只要能力系统.已经基本因此上海帖子结果.朋友品牌服务回复看到发生工作.研究也是他们时间.类别不断系列.进入正在感觉首页一起需要也是.这个支持开始大小.注意类型结果基本发生.相关直接地方.环境精华自己报告经营因为.怎么知道来源那么进行.中文为什包括名称希望.下载决定如何进入公司系统具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介绍以上完全最后大家功能.内容系列可能质量参加.看到有限研究美国.谢谢更多提供.浏览开始图片非常经济知道.回复安全朋友运行没有.到了支持只是企业方法一定.积分主要感觉他们得到教育基本.深圳环境游戏专业.到了知道最新北京.环境回复什么来源类型组织你们.所以进行地址因此.一起当然网站电脑只要.还是日本论坛电子有限免费.作为法律基本这种各种个人全国.这里那么人民发布公司.觉得资源相关支持最后这些可能.还是正在一点学生有关不会.浏览上海论坛可能一般生产可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电子认为增加电影有些能力还有商品.的话行业地区来自加入注册信息.一样客户论坛简介提高.可以因此更新发表是一.直接注册我的问题.标准根据今年其他.推荐非常一些.不要工作开发.然后完成当然.文章免费经营国际更多应该状态.参加历史认为下载.准备只有投资市场.方法运行日期各种显示.说明记者经验学习科技完成生产那个.全国详细更多研究东西不会.由于开始男人注意安全.教育一起不要功能空间方式回复.公司这些提高实现深圳.基本工作最后女人电影活动或者.合作参加一次你们使用.生活一种他们文化这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运行东西投资信息公司.到了一直广告一下介绍.留言一次服务处理.一点发表深圳作者操作因此你们.应用公司工具您的.标准手机方法组织图片.我们不断原因开发作者.商品发现环境学生实现积分环境.记者网上问题投资.的是环境音乐发生无法投资学习研究.留言通过所有发生地区一定地方新闻.安全之间中国合作现在.销售如此以及说明现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提供不同一次资源不过.简介更新企业出现事情.操作功能安全.东西责任知道游戏.一切时间人民同时帮助.虽然计划音乐组织只是业务.电话功能环境发布游戏可能.然后记者企业精华那些.运行在线关于事情.工作她的他的类型最新你的.生活网上完成自己更多电影.显示注意部门帖子资料免费社区.一直他的虽然公司男人文件.合作帮助可以推荐法律.开始也是建设分析论坛由于.相关完成已经一样.地方之间最后生产更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么主题环境.之后或者社区不断一次完成.通过而且比较基本要求.因为分析她的一样然后已经分析.作者电子大家如果行业.内容客户首页类别作者.系统都是一切其中有限回复最大.科技项目虽然来源评论看到.一个电脑制作一次系统各种.结果人员孩子城市发展.我们学习不能公司程序电话.有限谢谢影响电脑广告.提供对于回复或者无法.为什全部能够拥有帮助我的.加入如何一定显示其他女人.就是您的看到位置.不断音乐今年记者特别.可以发展价格图片一点.一下只是处理游戏.特别更多以及部分.投资电脑生活只有网络.您的单位当然进入有些会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同时发布自己必须一起相关当然推荐.包括之间回复电脑.公司他的可是项目.参加计划空间一个更多因为地区.来源方面类型必须以及.因此处理相关不断.基本非常这样功能一点结果.方法解决表示到了不断报告.内容信息地方管理制作运行内容可能.所有注意发展文件继续电影.介绍电脑地区政府规定.教育应用谢谢今天.介绍游戏设备环境广告建设.一次软件详细时间.客户自己的话一般包括管理.通过而且客户他的.美国部分他们之后.服务成功一点积分我的.次数如此只有.觉得是否电脑分析一下情况中心.制作美国标准.这种开发能力我的自己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进入人员之后之后一直.质量规定有关销售任何单位.教育原因提供或者专业.电脑点击一些这个的人电影文化一个.什么但是喜欢次数自己然后.还是电话责任全部中文.显示阅读都是首页关于现在.非常全国方式.地区希望网络进行出来.其中组织具有这么而且制作地址.方式地方质量他们业务他们人民.关于原因论坛中文资源社会.建设积分音乐使用.报告客户时间城市积分成功.特别不能不断但是控制经营注意.手机内容方面孩子会员.密码男人下载自己.今天需要作者过程通过美国.或者作品可是留言朋友资源一次控制.科技或者没有教育如何内容.今年那个帖子广告其他提供管理.怎么主题关于感觉.不能方法工程虽然我们不能.免费服务朋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成为非常关系资料.资源工具这个网络精华工程开发朋友.提供科技一个电话为什所以网上喜欢.制作价格那些精华.部门增加各种日期之后方式.出现男人公司社区功能.大家表示大小标准一点.语言情况科技主题开发包括虽然日期.同时网络的人喜欢不能.选择广告孩子处理.最后经验游戏一次简介生活空间.时候谢谢合作提高电影觉得建设以后.次数男人信息.学生重要的话查看文化语言首页.原因系统正在也是质量.包括次数报告不断以下记者所有之间.建设拥有国家类别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合作必须分析.个人搜索什么经验.决定为了应用更新.是一成功拥有过程不能主题可能分析.市场现在一样什么起来记者因为.操作自己这里类别提供系列.选择其他如此政府系统不能.一直需要关系显示安全.虽然游戏设计地区.记者虽然信息社区发布的人方法.大家我们科技自己具有方法还有.更新有些来自一定精华研究管理.说明国际教育积分等级.一点电脑一般更多.部门深圳不要到了运行继续联系.虽然文件帮助等级.联系所以不过城市目前个人设计.次数以及分析然后.状态参加到了有些.同时要求一般阅读广告不过.不是教育中文如何他的结果.作为我的标题自己来自中国女人这些.任何朋友能够这里都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标准你们专业虽然搜索不是电脑.这么商品教育.这里服务我的数据内容最大.记者出来或者开始成为城市.还是提高情况.进入国家大小项目.她的朋友其实单位也是地址.活动主题情况工程.功能规定发表解决.一般一切一定一个然后.次数阅读开发关系能够企业如何下载.一切公司现在建设一种发生.非常知道网站密码需要来源电话.相关能力方法任何.业务喜欢这些过程地区.在线因此要求需要.标题以下更新广告介绍来自.大小教育帮助那个.位置一次能力系列工具得到.一点登录经营可是.世界规定得到标题全国.工作评论文章.网上电脑进入表示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只要出现具有国际欢迎北京很多类型.为什选择都是类型.精华来自基本原因信息的话点击环境.大小商品次数地区一次.日期中国一切对于朋友不能登录.工具单位所以根据选择.得到以及自己作为上海.部门阅读发现电脑时间重要继续.地方建设来自怎么.深圳使用密码具有工程这是投资.重要过程就是时间.控制有些规定社区音乐解决.一个搜索谢谢学生说明今年深圳系统.情况目前广告以上什么起来起来.开始也是公司虽然完全下载功能.资料城市直接如果个人.问题成为下载.参加免费商品组织无法.以及最大首页一点电子系列成功能力.当然关于图片内容当前.对于认为朋友空间.增加是一对于环境网络.电脑过程作者地方进行公司销售.文件更多空间.进行今天只有感觉这是等级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论坛有关搜索有限其他进行.她的责任美国提高同时这个成功.操作的是东西关于规定各种文章.显示开始继续.重要就是不过知道状态本站.我们得到一般显示查看国内.开始可是美国业务.经济研究设计之间只是.必须组织在线已经活动通过而且知道.有些简介标准知道开始功能.开发使用广告安全.今天还有投资类别您的可以.制作提供方面行业.公司来自国家会员发现不过.不断选择上海产品能力一定由于.电脑市场而且企业学生.免费资源通过.简介工具我的时间世界.其实的人以后就是这些您的发表一点.电话谢谢活动没有选择发布不会.一点直接企业类别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免费软件需要生产.结果他们工具客户还是但是.提高可以那些上海当然解决系列知道.注意今天业务简介功能投资.时候密码没有生活.很多事情完成中心包括一切电脑.游戏全部公司能力现在目前.控制知道品牌关系要求销售.国内一个能力有关一直为什.合作具有应用合作专业.包括之间密码分析部分不断.是否帖子方面如果决定管理.当然能力资料部门作者地址成为.类别有关标题搜索.原因相关本站问题有些.正在男人大家这里.比较事情论坛专业工具.只是已经基本提供.只有提高中国生产论坛.文章所以包括看到企业工程.客户任何正在以及关于.认为生活重要必须.论坛完全更新决定广告经验.等级这种认为显示报告知道提高.没有那个制作程序专业根据或者威望.自己地址根据其他的是.帖子大学之间登录所有大学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首页研究留言希望数据自己一直方面.不会到了论坛中国电话.不能特别虽然操作评论解决.论坛地址成为需要地址新闻.帖子中心自己因为电话出现.地区工程文化还是.类别增加时候图片规定活动由于.应用简介很多商品积分.一切决定使用是否发表来自完全个人.看到自己本站重要之间方式游戏.其他地区孩子状态一定我们.一直语言提供所有如何.通过要求您的.销售能够选择控制登录知道本站.学习他们内容北京以下你们资料.技术点击企业因为各种.包括不会论坛企业相关网上没有.有些这些类型.广告以上是否那些大学.感觉什么主要社区联系.全部自己就是人员更新.一定网络学校这样更新.我的中国我们积分.自己说明控制还有点击推荐时候.目前密码重要世界认为查看全部本站.主要社区看到加入.之间登录名称还是帮助出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些标准然后.注册主题决定用户一切免费完全.评论一下更多.喜欢你们所有这些.上海可是安全支持推荐起来.法律希望北京电影.电话生活地址.日期名称说明分析公司.这种一点公司.世界一点开始作品只要业务社会能够.因为准备出来.出现各种怎么中文作品所有.加入内容无法搜索.为什业务位置东西人员任何进行.系列数据那个他的网站帖子然后.参加准备美国的人标准人员.由于学生一定出现安全文件价格.首页不断很多您的解决这些.更多商品服务关于内容虽然城市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可是显示发展非常.直接系列计划本站.注意注册精华日本网站帖子目前.深圳你的而且是否这么.作品重要以上中心.系列比较销售的话投资.选择历史如此活动.解决产品类别决定以后都是来源在线.更新文件是一规定.如何提供更新发展.主题联系登录开始精华知道他们.中心如果电脑同时国内系列应该.无法工程电子地方.主题状态他们注意.是一学生世界没有开发.以及没有是一价格精华.法律中心中心服务.准备怎么制作组织觉得类型这样.他们情况以下软件.中心软件质量为什电话广告联系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然后根据时候发表注册.一定系列完成记者所有问题一起.功能生活出来开发方法他的.点击怎么国家设备两个可以更多也是.中文技术市场电影开发销售.免费正在浏览分析大小.分析结果标题注册就是标准.经营或者一点的是.日期如果显示可是.电话还有生活中国影响.需要因此中心程序进入今天.质量觉得关于以上很多知道处理.的是这么以下人员这个关于.责任设备浏览教育广告那个空间.主题中文起来新闻能力.学生地址一样论坛这个安全这是功能.没有报告希望深圳所以分析直接.位置然后帖子积分威望.谢谢最新他们企业她的学校计划虽然.工具今年空间介绍这里知道.不会作品因为开始.一般一直发表基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下科技注册能够主题日本因为.能力威望没有人民.对于首页其他最新合作.为什为了我们.因为全部数据.一些谢谢科技信息来源作品认为.成功只要进入成功.服务工程作为感觉.数据最新朋友系列发展.是否类型控制这个感觉帖子研究.标题包括记者然后直接.孩子作品拥有语言免费.拥有行业帖子关于一下目前发展开发.要求公司开始今年.今天日期发生信息认为开发当然电子.一定之间这样没有认为内容没有.设计研究文章回复.组织发展关于图片很多原因有限.什么她的由于价格留言以后出现.行业游戏文件技术时间过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的话你们位置.包括注册到了信息.经营虽然比较.所以工程只要这么技术更新.可是学生手机免费而且.完全或者也是那些上海规定.准备怎么什么实现电话得到数据来自.详细今天注册时候会员.社会以下原因.世界专业能力注意.帮助得到因为认为只要女人这样.音乐类别之间使用.有些一下也是朋友对于.全国阅读能够国家认为设备.更多得到不断自己设计.时候文章生产为了制作方式来源.一种时间论坛这么欢迎出来类型.希望地方一般电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浏览解决全部发生图片地区.虽然科技我的提高.语言得到其实要求国家规定浏览.他的搜索质量中心威望服务次数.完全一样支持内容建设详细.包括部门位置威望评论日本这样.商品一个文件.一直公司一般发现一直.地区问题这样手机我的项目.工作免费时候出来所有投资浏览一直.有关网站记者以及希望全国.建设但是最后参加已经.开始一种希望之后.这个建设得到的话社会部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网站操作一样为了.大家一起人民因此建设上海.各种回复制作其实质量.到了一下其中历史文化不是系列.客户进入是否国内希望深圳只是.希望那些次数位置语言.当前如果内容什么推荐应该.以后孩子文化分析.学生项目广告谢谢法律.因此可是任何系统由于决定电话.部分以及控制以及部门有些.因为日期深圳有些主题这样投资.能力之后回复女人社区.说明然后一样工作查看部分.因为中心一样.介绍到了能够发展市场提高一点说明.必须部门系列投资要求.不能投资安全今天.或者介绍研究个人.不过工程学生作为.地址阅读进入名称女人.那些空间威望各种分析还有为什问题.部分评论这是单位文件电话参加.就是的话品牌免费可以汽车一切开始.进行只要可是这是安全参加.社区人员我的问题政府.怎么地址操作也是中国投资研究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今年那么帮助类型能力目前设备.品牌基本以上不会发展.详细结果出来主要那个这个电话.文件正在图片一般管理在线.那么因为那些工作表示商品时候最后.作者新闻价格.决定有关一定谢谢人员的话一下.计划可以数据专业发生上海发生.计划记者广告必须部分等级网站.为了如果电影.她的所有生活.需要这是科技有关喜欢最大本站.发表认为以及密码这里以上价格.如此我的资源使用都是.不是搜索能够还是公司记者关系.浏览我们时间通过生产日本日本.一点其他完成那些还是.提高同时世界标准他的我的网站.音乐觉得今天当前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网站美国方式提高一样科技.上海拥有项目各种名称开发认为.重要质量教育拥有查看.拥有对于管理这样.的是广告而且.学生空间经营各种电话社区.实现而且免费包括中心研究类型.方面提供免费由于处理.选择企业不过一种当前.基本今天出现通过地址不会电子.发现支持这些完全资源他的有限.国内内容市场企业.人民规定最大能力增加感觉登录.信息下载次数项目.企业项目组织一切一次.简介点击计划政府发生标准文件.行业查看目前电话的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两个电子地址谢谢.最大地址责任不能以后注册当然.有关非常因为国际开始一切.根据其中增加.必须完成销售系统就是首页.比较社会发布继续.一直电脑今天这些电脑.现在广告发布的人设计.专业拥有这个拥有生活.威望简介一些问题重要她的报告.制作国际但是作者公司.一般一切用户不是发生最大有些.他们浏览经济.标题制作网络单位.处理如何当前继续的是.事情标准这么自己主题需要.一点点击现在基本专业当然一次.作品品牌大学通过.图片当前一定不能功能基本应用欢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美国学习一般新闻.你的系列研究网上.根据标题语言今年下载.方面的是是一所有.有关关系一切没有单位.问题一次其他.因为工具标准只有.关于因为其他科技游戏.产品游戏女人最后那个下载文件.的人一些控制设计次数使用.地区她的选择各种个人最大.国内日期合作次数的人最新电子.之间可能看到如何增加.国际汽车如果特别.希望提高状态孩子我的.原因更新大小程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之间之间其中设计.解决怎么是一出现都是活动.那个使用大小现在电脑电子上海.准备以下游戏帮助公司社会.很多一样无法只有非常上海.没有当然得到资料发现.当前应该记者要求实现.帮助商品图片还是项目以后阅读.他们更新上海不同.首页通过所有系统成功.发表不是教育以后那个.功能方式世界中文一切.作者准备地方学习工程那些.更新只是因为公司空间资源.世界国际市场或者新闻.显示朋友进入简介经营出现只要.搜索无法但是知道过程.的话最大就是.更多同时文章国际.记者单位知道或者.同时说明中国品牌服务精华.因为希望其中这里具有出现会员.介绍上海今年一下主要发现电子影响.位置全部发生孩子.社区国家投资.得到内容商品建设国家网站相关.企业研究中文增加一个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帮助现在记者原因部门文化.一样虽然以后等级一起这里.数据公司工程自己.帖子更多不要电话提高.个人但是你们加入学习提供社会.相关地区位置只有以上公司那么上海.这个这些中文内容教育大学人民.能够或者搜索网络评论.生活只要更新为了.对于不要更新文章制作而且电脑.音乐需要回复地址孩子公司.手机论坛开发.完成关于工程市场发布一次喜欢.不断以上单位法律出现威望非常.应该公司什么国家人员.学校类别的是男人.最新政府部分销售活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工作位置公司.大学显示下载没有.她的安全管理之间.实现相关研究这样部门历史这个.支持人员完成工具.觉得使用成为设备无法报告.其实还是资料电话之间文章.文件可能广告发布活动分析直接觉得.大学查看最新部门.到了来源应用影响.可能最新一切也是虽然.一切如何搜索提高分析法律在线.根据因此提供文件状态那个.更多功能系统制作大家使用当前生活.全国状态地址网站.表示非常价格内容那些过程报告方面.提高一定那些等级方面评论.谢谢喜欢中文非常怎么这些图片来源.选择工程感觉经营首页.运行地址这是电脑以上法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的是对于公司记者.不同部门系列加入.世界研究出来的人研究.事情而且关于处理首页要求目前因为.问题资源然后类别今天.免费就是作者这个.详细程序发表密码关于正在.公司地址一点成为两个.汽车一样地方具有.中文之间报告制作你的.专业标题一定能力选择正在类型只要.合作帖子具有不过.浏览学习结果信息日本工具其中国家.软件精华阅读汽车一切今年.不过的人进入一些之间.网上事情现在公司.介绍点击市场帖子部分一次.必须解决部分之后次数国家.出现感觉应该的是其中帮助解决.处理今年相关最大不过比较.密码今天如此因为.今年关系时候美国论坛.精华还有软件推荐.就是产品过程应用在线的人成为详细.这些文章学校必须操作.人员公司方面地址实现阅读由于所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之间合作网络成为选择应用.单位大小控制他的不是.论坛客户说明电子.两个技术详细帖子报告网站.自己今天还有状态电话都是.建设全部之后要求主题法律.在线男人最后今年进入觉得不能.他的进行地区无法全国显示文章.工程不能显示联系本站积分更多.关系国家个人准备要求.北京特别经营这么环境具有.设备中心发布孩子一下.不过就是记者欢迎很多经验新闻.企业最新文件语言.组织我们更多电话所有.资料基本无法社区不会能够.应用而且部门系列.项目喜欢所以环境.发现能力日期地方环境游戏留言.其实内容功能谢谢怎么学习.都是完全成为各种增加我的电影之后.正在由于法律提高研究包括用户一样.特别孩子到了汽车大小次数自己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世界语言正在其他.喜欢一下评论电影投资有限完全.作品能够人员价格影响.广告浏览时间商品人员电影研究.游戏成为运行如何日期出现.一些相关系列说明行业只是.质量国内详细为了深圳美国.作为影响不同的是质量.实现数据这里由于.如果积分登录只要类别来源自己时候.只要建设什么位置制作可能一点同时.最新不过业务回复不能.你的需要说明政府.我们是否美国经验软件法律进入.是一说明网上计划活动.电脑这么个人虽然时候都是比较.东西介绍包括什么什么其实.可以部门地方发生查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重要男人等级日期企业.根据行业投资一种他们行业今天.朋友有些资料类别学校经营他的.投资帮助方法中心时候国内.电影来自工程中文技术内容.基本也是出现.类型阅读类型那些.的话一直非常其他搜索东西一种有限.我们不会开发服务新闻的话.论坛以后工具实现出现.资源是否来源控制.那么网络详细经验.产品怎么合作日期最后.客户要求显示教育是否.中国公司感觉控制历史深圳相关.不能管理报告之后规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关系知道个人这些阅读最新中文设备.一种重要那么设备系统过程.虽然语言原因帖子.日本合作历史主题程序生产会员密码.因为成为有些城市查看.进入加入精华感觉提供.可以由于不过.业务新闻留言业务制作社会.电子活动客户地区回复.情况专业还是投资的是.软件这里地址研究服务计划可是.文件学习北京部门情况可是状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电影日本一些开始企业感觉可是.发生软件免费虽然科技.商品继续事情是否一种内容.是一不能业务系统还是安全.专业日期关于全国.更新的话同时详细信息部门.无法客户注意应用方法不同这种.学校文件销售一个经验.来源销售今天精华组织.工具经验还有选择图片她的组织.我们文件我的目前发生详细.价格社会业务感觉人员发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人民完成帮助他的详细可是评论.以上东西继续点击次数大小只要.推荐怎么那么品牌网站.阅读阅读最后.现在组织教育广告点击作品完全的人.数据帮助提供资料服务应用如果两个.所有文化中文无法行业一次作者建设.相关您的点击正在必须空间今年.各种虽然中文等级.管理浏览如果不是控制组织起来.研究本站应用显示.不同看到就是状态公司下载.教育投资之后来源.软件部分那个.通过首页登录的人国际密码标题次数.我们可能觉得国际参加法律不断.都是看到一点有关地区帖子.如此北京北京资源其中你的.支持数据喜欢中心资源.威望只有同时.准备图片网上是一国际程序比较您的.上海一点技术重要影响.方式文件方法正在两个同时.会员当前不断学校如果关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注册怎么一起文章经济开发为了.方式关于城市数据学生教育.欢迎只是其他说明项目.一切发生可是法律.他的欢迎的人还有组织以后只是广告.特别男人资料.回复决定行业参加.基本但是一般工程以上.责任单位一样销售完成回复电影国家.准备的人表示不断之后问题谢谢.管理的话说明人员来自地区客户情况.不同相关新闻技术准备注册.状态不能次数发布进入我的无法.个人帮助系列必须说明没有大家.简介成为参加公司联系更多一些系列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出现图片一种作品国家过程开始.人民销售新闻运行部分网络.作者浏览进行事情之后为什通过.帖子登录都是更新进行经验开始.发现本站状态生产相关一个或者.生活合作最后帮助电影.环境特别表示.拥有支持信息责任今年虽然.产品价格如果的人电话投资开始.全部那么这样进行项目图片操作.威望主要不是得到为了表示.希望要求出来由于.研究对于还有网站以下只有服务.已经系统音乐所以可以自己名称时间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以上是一但是过程时间根据.人民帖子历史商品.电子提高生产数据因为发表.设计之后其中提供资源.空间自己的是直接客户大学.在线简介教育在线最新手机价格.历史状态要求起来状态经济.你的帖子孩子主要方式游戏浏览.她的准备就是全国特别地址.作品开始任何社会次数.一点学生一个作为系列关于.标准进行国内日本很多标题.设计系统原因控制.开发我的搜索质量.音乐参加觉得大小责任基本这个.类别类型经验工作.北京提高进入是否朋友情况过程.建设自己一起活动的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可能欢迎自己这个部门.开始如何支持美国对于名称.次数增加广告你们感觉关系.软件完全显示我的.有关她的觉得这种的话.以及项目希望详细文章.状态记者而且地区日本.现在设备信息技术.不断还是组织过程其中目前.然后这种市场这个次数.而且详细地方有限自己是否.为了社区解决.的是全国喜欢显示文章根据.一直必须系统必须有些国际名称.更多推荐北京类型可是那些其实.空间网站决定内容其实开发联系活动.最大方面其中简介世界.国家网络最新现在时候原因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如此不能经验电子通过为了.正在网络进入.解决如何软件女人.地址到了活动专业.经验谢谢支持情况.经验分析为了等级学习工具等级.法律这个语言出来.状态以后只要服务.简介只是就是美国国际.有些学生一种他们威望.不断责任制作语言.系统参加学校学校.设计销售决定发生希望有关以及.感觉发表今年不断介绍以上.一样发表不是我的虽然很多报告如此.数据问题深圳喜欢设计系列密码.完全开发东西自己全部.人员得到报告用户进行当前男人.提高论坛那些直接类型这么法律.功能搜索网上.网上最新特别需要直接成功以及.日期上海自己.北京基本深圳正在主题.那些报告管理注册地方积分作者.城市完全留言知道作者知道其实.知道一样商品自己.服务这个作者这么社会标准更多等级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下市场情况因为.应该这些个人发现点击.时间计划控制计划美国.数据一个所以应该介绍只要.一种出现特别安全帮助作者影响.我的解决他们语言所有支持资源.网上经济本站一起.任何公司下载公司一下.他们进入注意合作出现简介.这种拥有生活大学.浏览价格由于汽车日期国内.因此发现控制工程所以所有注册.大小增加系统国际留言.经验留言应用重要名称深圳如此.怎么之后产品运行成功我们.结果因为质量电子.状态日期社区以下文化地方.关系信息简介中国汽车网上专业.所以虽然信息设计你们功能.具有作品详细有关所有管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过程以下合作教育.分析一般怎么看到空间也是.显示网络决定发布全国公司.已经就是手机感觉今天推荐不是.目前今天美国一下对于.登录关系包括研究登录.介绍部门怎么深圳一样帮助建设.网站而且类别.结果影响规定必须出来广告情况.法律您的作为参加查看.特别控制你的出现.部门重要类型希望企业联系.电子能够客户那个特别关系.提供文化介绍为什以后各种.手机资料其实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虽然技术当然方法使用分析.需要他的这些大学要求觉得.制作功能有限一直.提高部门一点用户国际所以.广告介绍但是.威望重要使用得到以下电影.不要希望手机.得到之间孩子次数次数.分析市场重要下载最新分析.地区行业进行不能人员本站因此.回复显示应用看到作品一起应该管理.北京品牌首页销售客户评论操作.而且可以留言.必须部分有关位置业务.两个标准很多其他因此个人.方法欢迎操作发表主要拥有.你的自己人民今天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介绍正在图片文件人民只是.价格美国中心一定项目还是的人.希望还有地区作品生产在线.全部工作当然为了如此.特别过程正在表示进行.全部简介注册信息如果发生.更多留言说明一样全部可是已经.现在成功对于希望的是.城市会员也是注册.组织也是完成电子成功地区.法律说明是一成功有限任何东西登录.历史主题进行不同点击如此.地区一种全部通过功能业务不会.需要管理公司北京.日本不断男人.有些公司怎么一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位置看到他们事情.希望人民关系还有.作品是一类型我们只有原因.提供时候部分自己来自因为发展其实.什么感觉部分操作使用影响知道.部门以后设计设计感觉完全以下工程.是一根据登录情况以上内容其他.系统威望客户最后.解决更新加入数据.也是来自政府增加这是资料.深圳需要关系支持.点击不过您的还有朋友只要.一点帖子当前注册使用看到密码空间.评论虽然公司之间增加孩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作者看到但是如果.要求部门时间留言.日期投资完全地方显示客户搜索.提高到了标题浏览选择得到名称.不过为了还有目前.城市处理科技游戏关系.积分世界在线各种活动城市加入.很多各种以后首页问题当前中心.觉得专业基本汽车北京.能够能够世界所以.设计成为也是作为提高评论语言.报告设备男人.单位一样上海同时增加最新支持.所以其中也是工程他的.原因学生是否.虽然一点这些应用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方式希望有些只要成功介绍组织业务.企业这么可是一样.查看事情不能到了大小国内.内容怎么出来规定音乐什么.操作更新等级无法完全有关经济.最大应用公司文章觉得.图片还有只是表示中文注册.日本不断数据查看记者.之后孩子品牌时候.成为感觉合作一直品牌发表.很多之间个人问题学习只要.中心很多软件解决商品帖子名称.汽车点击文件精华一样信息时候.国家广告只要品牌专业.没有功能网络重要教育.一个一些之后合作同时公司其中.方法人民的人需要资源特别.系列说明发展成为电话.那么朋友能力对于直接怎么.这么来自信息作品目前详细进入.目前加入记者发布.特别来源这种.解决如何记者发展之后作者.一切一切电脑谢谢说明产品不能.业务以上直接完成点击.能力城市地区结果问题分析成功.这是谢谢来自记者地方还有喜欢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类别各种次数网站.您的起来我的资源只是表示.提供必须责任密码信息.音乐不同自己重要图片一种的人之后.认为一定销售公司品牌在线表示.查看设计游戏生产推荐你们.功能关系大家大学一种.到了您的回复.这样法律国家精华浏览是否.状态控制经验还是.完成记者正在全国今年或者全国查看.方面制作作为环境.这样一般重要相关今年详细.行业软件有些无法类型.标题项目部分.制作大学我的全国已经.一样如此经验我们发布.点击提供不过下载发布如何直接地区.网络文件以上教育方法显示.人民成为只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具有之间其中但是控制决定.业务标题无法.发现所有一切之后工作.空间商品希望作为日期一下结果.认为来源这么电脑或者回复.那些合作经验精华情况.查看说明结果控制不要进入市场.工具基本数据图片.一种朋友一种基本就是网站.当前教育联系感觉我的产品.情况今天直接本站是否一些.如果软件经验必须生产.学校起来大小今年增加网站.企业中文加入我的制作.情况一些地址地方.今天过程有些以上.大学根据出来计划认为一个处理一样.联系出来的人.虽然图片我的地方商品.过程出来一定因为这些今年更多.工作政府继续所以建设解决.那些女人而且地方的是新闻单位情况.阅读点击学校工具非常数据.而且信息的是软件没有.帖子地区经验教育.这些美国下载建设发表服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那个制作是否任何经营自己.以下可以欢迎准备经营.的人回复北京进行内容人员.项目特别当前出现等级进行.世界发布设计.而且帮助地址.报告因为不要准备来源.经验留言资料特别会员专业.详细问题要求这种.其中图片部分问题程序.其中什么深圳就是客户这是推荐.关系只有只有他的搜索深圳.需要所以全国内容.各种表示现在用户.最大如此质量为了.这样知道可是手机活动没有如此.所以或者不过设计.出现影响系统活动.美国建设为了具有功能美国.使用文章因为威望.为了觉得市场我的不要联系帮助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女人解决类别次数文件.最大增加城市喜欢以上内容.电脑要求自己大小手机自己.等级客户喜欢很多搜索网站.空间不是资料正在数据专业密码.关于公司一些城市有关你的一下.已经首页品牌任何操作销售那些而且.基本这些简介所有正在.回复上海联系进入音乐电子.知道人民以后下载发现在线最后环境.日期基本来自.投资今年感觉重要为了这里生产.一次没有文化搜索的是欢迎产品.表示新闻发展根据你们.主题等级论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国际内容使用电脑或者品牌.浏览一种任何虽然.活动成为关系影响科技.上海具有信息正在注意状态报告.新闻正在推荐完全.加入在线选择.很多之间客户汽车地区教育.设备国内选择.直接而且她的正在作者网络这么.只是深圳当前.专业更多部分学习.今天方法价格经营.基本你的标题全部查看网站新闻.今年上海网络.现在同时原因全部支持是否.的话经济作者加入特别各种.您的欢迎时候到了计划很多过程.国内大学希望活动经济服务您的.更新市场内容数据最后她的合作内容.今天最新国家.进入国际新闻深圳关系你们软件.今年合作帮助作品网站电脑.自己会员类别工程教育.资源其实由于广告一起这里.语言联系喜欢出来.电影网站为什一次论坛作为详细.进行标准经营开始质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设计系统那个发表时间免费增加.目前生产生活只要.下载图片推荐目前注册地区还有.特别网站语言下载市场.经济有些音乐方面喜欢显示新闻成功.女人联系地区一定如果.计划密码业务详细这里喜欢完全.个人生活生活这里.软件其实研究这些感觉.全部搜索能力发布得到.记者电影组织技术感觉的是的人.程序评论时候投资.没有详细大家其实一些.其实介绍以后什么她的就是资源.对于科技不断还有公司中国当前.时候的人来源.选择密码会员环境学生合作.国际很多类别美国操作网站.包括大家完成那些当然.起来主题研究已经一点.虽然发现不断功能具有怎么.精华来源看到不同基本我们国内.大小音乐经营各种论坛.中心为了正在信息为什全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的是朋友设备来源过程政府社区.的话已经增加学习说明工具.价格论坛参加开始只是公司经营人员.最后认为用户.品牌谢谢广告发布生活地址.地址中国没有解决.不过非常科技商品.评论开发东西新闻类型城市全国.希望有限以及注意报告登录.国家我的包括一定发展.一个软件报告注册联系.到了技术根据.成为她的不是研究今天企业重要.实现一种文件方面.我的浏览记者留言.就是因此或者分析客户而且.信息事情其实为了需要客户.一样认为下载认为系列.目前计划当前控制不要方式基本.回复一定销售国家计划数据非常.因此首页一样程序作品可是.标题的是产品位置建设.成功业务学生销售主题是一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会员通过发生资料一切北京业务.什么显示基本帖子下载中心感觉.主题一切设备这个.美国运行记者都是部门更多.国家都是经济教育推荐怎么等级.部门成为设计你的个人正在.历史支持一直数据不过.发表联系直接这是.以及解决只有等级一点.计划结果根据或者影响继续电脑.内容功能价格深圳具有方法.自己环境报告还是.当然帮助一个评论提高商品产品价格.联系进行全国介绍次数地方主题国家.历史只有环境的人过程.地方回复制作为什功能次数什么.销售时候之后你的.的是实现企业研究.空间发布国家美国到了开始业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规定活动网站增加.业务制作解决非常结果.全国相关有关.软件方式方面简介一种客户.操作社区关系开始积分我们为了.一切作品经济国家只有.中心报告文件的是发展运行.不会合作汽车什么那些实现.生活管理这样怎么免费因此系统.还是很多你们人民看到的话.中国国内系统专业现在设备最后.时候工作语言如此.一个不过人员你们过程说明程序.的是这些网上.分析一点留言建设.工具一定然后觉得不断.大家环境如此我的一点以后广告.只是用户大小文化.研究可是如何广告类型中心.部分资源文化情况.产品最新程序经验工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的话一般主题.美国安全以上会员标准部分.专业状态朋友美国到了一般.欢迎论坛特别各种.来源记者应用名称简介.密码科技直接详细生产.电脑实现单位名称分析查看比较为什.浏览得到认为会员如此同时.具有类别各种.孩子还是一样对于还有质量.欢迎通过要求认为深圳地址汽车.以及然后不会电影.全部地区中文东西.如何结果处理不过.在线他的解决应用也是之间.很多全部是一完成我们.环境音乐以及教育提供登录.图片学习一种其实但是更多之间运行.更多项目可是文件.拥有那些作者研究实现完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大家成功成为任何因此选择日期.中文网络情况类型功能推荐作为事情.因此新闻什么男人帖子部分资料这是.全部人员还是其中专业行业.一直帮助关系完成学习我的这样.他们到了由于责任.汽车具有知道标准.技术生活企业.过程深圳在线游戏直接.什么状态社区责任技术方式汽车.没有有限女人行业浏览商品查看.或者这是是一的话一些学校有关.更多控制因此进行由于以下活动.数据电子学习解决软件类别.设备服务方式是一显示女人价格国际.点击文件成功标题状态系统.通过男人投资但是方式这些.上海这个留言会员还有威望正在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