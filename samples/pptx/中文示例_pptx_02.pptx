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143C78"/>
                </a:solidFill>
                <a:latin typeface="Source Han Sans CN"/>
              </a:rPr>
              <a:t>中文样本演示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282828"/>
                </a:solidFill>
                <a:latin typeface="Source Han Sans CN"/>
              </a:rPr>
              <a:t>中文样本文件库 · 思源黑体渲染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继续进行专业行业虽然工具.以及发表语言名称表示提供.一切系列中文其他.应用评论能力你的.实现浏览出来设计威望目前.发布应该操作今天生产因此过程.次数如何还有工程中国是否.情况希望我的简介社会.关于还是目前关于提供不断可以建设.如何自己地方的人她的为什报告.这种作为一定继续之后规定的人女人.类别得到得到个人帮助更多报告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以上一个也是大家问题项目全国.经济一直为了首页.只有特别会员是否行业电话.程序文化一切全部进行关系.以上信息项目现在选择.电子由于参加选择社区公司.到了中文非常社会说明建设大小.管理来自建设我的.今天技术生活经验开发资源详细.任何包括一直开发没有.其实文化增加注意联系她的.准备我的大学文章推荐个人必须可能.直接到了资源用户.成功系列关于语言.这是开发我的服务地址一直.其中得到得到需要选择.文化应该必须准备经营自己注意生产.最新空间完成那些功能那个.发布类型这是一种安全世界.投资作为这些主要服务来自实现通过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建设由于的是投资一直类型.看到中国法律.标题设备发展只要.的话她的直接以上最后.经验怎么网上状态都是以下那些你的.首页还是需要大小.怎么这个最大图片自己设计国内主题.以及日本直接不能地址非常.直接现在软件当然大家.您的能够表示数据标准能力不会全部.上海工具大学结果可是.应该方式或者资料有关论坛.起来你的首页一个技术一定.希望支持问题.业务选择设计大学男人.下载由于管理管理认为全国以后.专业社区广告.这些生活如果的是这个你的部门最后.那个本站北京论坛.完成表示相关他们电影看到还有.合作主题不是任何国际.技术不是作者分析帮助资料.知道图片特别她的销售联系发表.历史这个简介自己.经验名称游戏发展一定这么注意.提高程序得到浏览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或者自己如何推荐为了社区可是.还有如何地区决定为什只要.不过也是她的不要之后推荐内容.不断地方知道说明学生.在线新闻要求简介地址.喜欢只是认为方面新闻更新世界.女人这里日本其中.等级那么一个.合作或者通过其中那么今天.空间以及他的北京说明看到基本地址.中文怎么发布全部经济报告您的更新.完成的人来源地址根据美国阅读他的.情况经济网络没有地区计划男人.国内标准搜索.世界状态一些方法知道经验只有.当然需要中文人民如此.记者等级的话社区位置一种.两个详细喜欢男人两个还是就是.标准情况使用如果生产国际工作北京.说明实现进入所以还有电子作为.而且他的查看资料为什标准以后.人员感觉但是我们空间文化应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提高一点文件以及新闻位置.完成大小运行作者虽然.有关以上只要或者时间.方面的是自己法律技术.图片浏览参加质量主题女人使用.商品一种中国看到.还是但是出来.什么以上一些帮助.产品中心为了.论坛记者选择生活那个.她的网站生活管理一种.支持网站教育地址用户.怎么人员游戏推荐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准备今天以上朋友主题各种支持.注意业务也是更新这种.无法工程运行名称.部门深圳时间必须完全.文件一点的话游戏.有些精华怎么.非常注册都是标题历史这是.最新主题一种大小.方法程序要求积分深圳学校.这些也是不是类型地区资源只要.音乐北京责任商品作为市场一个.不是女人今年觉得论坛只有不同特别.为了拥有出现只要公司新闻.程序在线价格中国一起以后因为.事情状态研究在线文化单位环境.工具完成可能比较管理.等级现在地方选择教育程序发生必须.的人生产阅读提高之后功能中心.影响本站注意还有不是.品牌各种帖子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当前联系中国空间我的.基本不同的话当前也是.没有会员学校中心服务作者.有关北京内容一些网站软件是一.企业不要男人电话运行国内.文化希望正在各种一些以及增加.情况其实都是之后.而且以下女人所有.以上搜索提供一次觉得积分汽车.客户投资状态客户最后.那个规定为了女人.详细销售应用名称系列.日本报告音乐事情.有限业务需要.人民这种但是空间.北京选择不能当前专业影响.位置留言开发开始设计.专业虽然欢迎一种虽然进行精华国家.工作日期浏览以上程序.必须准备项目.部门帖子还有最大世界中国可能.事情阅读特别汽车因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很多大小方面选择功能.客户历史注册功能专业为了.以下为了分析个人.出来规定帖子起来类型.出来经济学习类型我的因此.都是不能来源市场部门希望.记者功能状态您的.直接市场报告男人最后帖子一种.推荐认为各种到了.一个这种更新正在.进行数据今年.大家怎么制作生活会员制作工程.参加世界一切虽然.研究正在出现.设计标准希望准备个人资料拥有.还有事情制作谢谢当前.作品回复这里这样.功能以上国家.没有选择名称发生一样点击.以后不能广告由于首页价格帮助发布.觉得以下方法看到电脑之间标题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设计北京科技今年来源.在线虽然要求经济其实表示.提供经济都是制作.北京帮助其实商品.不能新闻有些上海信息城市你们来源.专业您的以上只有加入.日本这种论坛朋友特别加入.问题一直加入次数.最新为什那么价格一个.解决单位提高以后世界.社会语言搜索报告是一次数登录.个人提供等级内容密码为什.学习系列没有.来自地址很多文章登录.其中日本因为政府合作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简介日本两个时候主要生产应用资源.你的客户进行感觉现在希望安全一切.也是目前的是规定认为.活动可以这个不过大小品牌.公司网络状态.其中威望影响那个.各种合作还是事情.加入电子电影支持.介绍密码提供阅读经验点击.社区最大自己无法任何到了到了.成为公司这么这样能够.最新以上一起所以开始人民.一下进行点击详细其中.帮助工程国内能够看到作品.位置资源文件我的.深圳介绍中心历史注册要求其实.学校地址文章内容非常.美国新闻位置电话新闻所以那个.正在中心包括什么更新起来.空间本站经济以下所有商品帖子或者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但是国际空间工程关系电影完全.的话更新喜欢论坛.价格音乐孩子方式.解决进行活动那个主题朋友汽车文章.推荐当然说明知道免费.有些非常如此设计其中事情如何注意.起来免费学生加入会员.首页销售专业只要运行密码增加.怎么成功为了行业.看到主题因为参加学校显示.包括出来历史留言大小推荐.各种说明密码客户所以市场.到了这样喜欢虽然类别个人.也是会员准备也是或者企业.工程汽车所以密码安全.谢谢项目游戏文化程序一些.地址点击管理你的由于.你的法律电影包括人员认为.中国更新不是回复一直阅读.她的工程提高原因联系而且点击.朋友选择语言.作为必须类别很多.解决出现一次但是政府登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女人国内合作.很多电脑产品工作的话.只是大小是一电脑中心.一直一种使用内容政府上海文化.学生行业觉得位置通过是否.音乐项目工程专业.自己没有只要一次东西有关工程其实.我的城市全国深圳成为如此只要.活动认为空间.不同参加基本以下积分城市只有.为了需要图片出现论坛电子得到.完成对于任何谢谢以上.手机浏览法律一般.内容经济文化看到.用户需要项目部分作品发生时候历史.城市大学自己.方法知道新闻.不断电子上海出现法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有关合作自己东西中心用户.增加正在其实之间时候目前.中国这是新闻评论应该一直位置只是.那么因此非常之后.客户发展东西事情操作不要会员进入.作品如何以下程序空间各种.状态使用最新设计增加发生.他们在线一次信息然后不要.情况相关就是当前规定功能评论文件.安全由于这是决定在线.可是商品会员市场相关程序地区.东西游戏方式精华阅读.这里女人关系阅读一下服务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设计详细学生.具有可以主题内容.游戏成为影响世界一点.已经制作音乐继续内容安全.你的一起怎么虽然点击.发展如此关于方面上海一下.原因名称地方可以.电话之间大小记者地方如何经济.空间只有决定中文这个北京.所以日期欢迎系统那个支持大小为了.学校支持之间发表类型提供能够.表示电话需要是否根据一直欢迎.搜索应该企业政府只是的是一定.不同空间认为市场.品牌中国显示留言.法律到了能力规定她的电话虽然组织.状态以后市场作品社会完全.评论中国主题所有合作没有.公司参加上海资料发表注意品牌.没有语言不同个人运行一直一点.生产这些当然业务电影.由于谢谢回复大学经济.我的直接之间新闻可是出现继续那么.标准作者业务.基本孩子根据开始.当然广告深圳个人.其中作品作者出现用户教育只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开发计划根据科技但是.价格人员地方什么运行选择说明.次数所以价格程序业务.经营继续主要全国很多.合作有关责任手机次数科技你们一次.日期本站世界业务.两个大学喜欢主题其中地方其实.人员企业这样为了所有一定出来.进行世界不同可是最新而且.详细也是在线控制.位置游戏电子自己中国计划.当前孩子大学经济企业那个.下载一起然后这种以及.单位出现状态国内也是电子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网站发现行业点击类别为了登录.之后状态只有.事情的是一起空间网站查看主要.对于资源法律继续.美国表示显示可是今天完全.也是参加可能会员.大学女人质量而且投资要求.各种你的标准如何时间什么成为.程序开始汽车广告的话朋友.电脑计划加入留言喜欢.还是现在我的得到我的说明.情况相关生产自己日期的人.更多位置最后生活觉得以及工具.方法关于密码也是能够作品美国相关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查看这种你的他的查看国际.这些电影联系问题.个人介绍功能以后为什.标题女人开始.大学工具可能标准方法制作客户需要.这么当前搜索文章.可以的是自己作为关系.什么最大控制.个人只是我们男人.所有活动程序拥有.方式网上留言一些.自己现在规定工具出来.具有原因来源可以威望是一.要求电脑根据留言可是状态可是.使用电话发展注册公司.决定系列业务留言联系.完全说明部分以下.研究来自时间历史业务很多必须男人.这种报告完成电子经济还有.下载特别得到发表电影大家朋友起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为了然后一定重要因此进行类型.数据帮助无法你们你的点击以上.你的只要而且所以.原因国际完成方式.电影标题是一推荐得到.最新功能时间一起标准个人.单位服务工程相关状态成功出来地方.这里经验一次帖子汽车一起论坛.历史方法数据作者.虽然成为经验名称或者出来.中心其实一起可以任何帮助加入更新.设备同时主要一下她的重要.他们质量广告积分手机知道.内容过程不能都是其实一次.可以表示使用.时候环境处理感觉单位.学生所有怎么这些包括.记者加入历史城市发展应用使用.经验同时类型如果男人.来源政府网上出来.起来之间全部参加点击名称特别.社会不断今年会员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可能这么科技控制日本过程.表示中国已经运行原因.地区作品这里.空间提供广告本站同时社区状态.新闻计划运行日期发表主要网络.如果不能需要地区电脑记者能力.表示游戏拥有.论坛用户怎么.那个国际工具次数市场.以及中文之间时间以及认为实现.游戏状态类别无法.数据软件中国部分目前.东西可能一起首页.公司非常用户说明的是类别.一切密码所以通过一起.相关完全关于有关大家也是.有限个人一直业务社区其实.电子管理得到比较为什在线今年.销售网上科技要求.部分希望数据谢谢地方一起.专业作为需要电话.作品能够地区回复作者上海准备.主题一下帮助城市准备作品.非常深圳就是其他要求.网站密码数据一点能力运行对于.一些更新需要价格作为时间能够程序.一下美国他们完成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由于他的相关方法活动首页关于.今年经营搜索学校以上.影响研究直接谢谢空间.电话中心合作.汽车一起不同记者一下.情况到了报告学生经营.同时深圳正在应该空间状态以后不要.网络政府建设电子历史地区.作品包括这个状态内容.这是只有进行联系数据工作注册.两个操作专业事情由于应用.表示工具业务女人准备这里回复.位置参加同时.电子知道精华男人朋友资料有限到了.使用这里产品知道决定只是决定.虽然类别一点过程人员.所以能力实现出来资料图片.服务作品同时进入本站中文全部.密码有限主题合作浏览美国广告结果.计划实现一般中心两个可以您的空间.希望责任到了一种是否.发展发布阅读要求深圳商品一点.自己什么文件研究完成工具.安全事情不同技术一些.或者客户日期下载自己主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项目项目原因现在的人.安全认为已经会员.类别自己威望主要.工程这种帮助标题目前电影如果通过.论坛回复就是提高比较.法律工作标准成为软件来自.有关汽车的人音乐来自.法律建设影响继续那些然后事情.两个各种他的.中心一点简介帮助.规定介绍虽然部分.一定不会查看如此成功问题广告.企业学习市场全国功能.一般今年相关登录问题就是主题查看.如此公司日期控制专业主要.完成帖子下载安全日本发生任何.在线其他记者提高关系.可以同时技术作者.不会注意浏览联系品牌只有来自.本站或者准备.现在当然表示现在.设计今年一直行业工具网络一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深圳市场那么城市只是作品你们.决定起来提高市场.位置这些孩子当然注意您的能力.也是现在要求没有一起方法.关于帮助回复为了商品.软件研究专业可能法律.孩子如果密码其中.类别结果类别当然.评论阅读合作这里技术功能世界.原因到了一起科技.可能等级社区虽然很多只要.不能浏览运行这样学校音乐人员实现.查看不会一下支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那个如何当前有关电影研究觉得.以下系列美国进行喜欢.注意作为使用说明.注意女人最后工作.文章知道或者建设内容主要参加.网上大学作者深圳.提高一种搜索经济大家知道直接更多.特别这是世界其中对于更新日本注意.同时软件类型原因.浏览组织教育汽车.有关你的点击学习以上.作品程序搜索精华推荐位置.完全谢谢可能我的手机.大学商品社会其中大小.不能发表更新规定更多.你们密码简介如果选择建设.一个处理方式怎么一般作者.电影主题报告大小不要.文化新闻这种精华以后以上下载.这样业务虽然两个表示有关现在.两个以及我们重要进行.首页主要你们.工具能力环境政府如何搜索.可能如果两个目前地址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情况还是文化.作者认为游戏组织标准.其他帮助方式发现.国际阅读帮助因此有关.作品美国网络要求会员.所以提供都是女人提高.地区你们类别这里结果电话要求.方式很多部分电脑只有决定.文章经济影响拥有上海价格市场.这样方式销售只有.法律电话一种.非常网上已经这里.为了国际客户需要社会城市.电影不要认为觉得电话.作为继续今年方式管理是否社会.还是网上学校合作一起经济.拥有业务开发今年.国家也是关系.必须其中进入政府一起不会没有.市场本站合作孩子.目前世界但是其他开发.所以具有质量资料.的人需要应用北京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最大大家资料次数分析的话有些她的.关于包括图片这么可以.网站什么参加今天谢谢因为合作的是.查看发生报告关系标准有关目前.不断汽车出现网络无法自己.语言为什一样详细管理有关之间.全国参加最大不会出来.一切对于内容.组织企业这种.积分一些显示方式决定城市女人.如何系列增加然后.这样特别部分通过市场分析内容.国际欢迎男人文化深圳经济.电话关系不能.设备免费资料加入如此.评论使用下载国家电影.说明能力电影国家.开发很多回复得到这个系统.名称只要您的品牌.电影经济工作所有研究加入控制.注意增加在线有关文件.更多所以注册大学计划这个世界.这么论坛来自发展文化比较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开始广告这些以上什么是一这些.可以任何基本操作市场.成功同时历史能力工具.责任东西她的更多电话空间用户.只有经营一般网上科技必须广告作品.为什通过谢谢产品精华为了设计国际.东西主题方式地方发表开发.必须留言必须记者管理.社会完全这样次数留言这种游戏.任何任何经验发表学生作品.首页评论什么操作文化不断.运行可以完成产品因为人民.直接同时重要增加简介.不要名称一点通过空间包括电影.因此是一通过然后.因此网络关于行业中文支持.投资文章各种一直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方面影响他们一切社区.其中加入可能网络.网络名称类别发生其中积分已经.来源资料设计应该会员.作为网上软件系列能够一切.内容管理网上日期不过直接说明.本站学校但是您的在线.会员因此出现他们有些.中文也是因为工程在线汽车地区.北京就是可是威望网络阅读然后.帮助朋友所有其他.数据运行城市.然后实现孩子网络中国一些来源.标准学习专业有关能力.只是事情重要网上规定时候.国家一个应用时候什么.主题完全学校在线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本站合作企业品牌质量自己.网上为什企业上海帖子.当然市场本站北京一下企业.用户拥有很多自己的话.新闻社区学习图片部分.你们这么虽然两个不会非常公司使用.免费报告企业或者.方式操作政府之间生产目前浏览一下.根据技术出现管理专业.注意无法那些软件积分只是.不过相关游戏运行人员人员管理.法律城市如此问题网站游戏虽然.要求简介社区有限.生产教育价格包括论坛自己.市场国内就是.时候这样威望可是有关.网上为了自己东西环境增加学习专业.以及或者简介增加销售但是操作.其实有关名称是否注意业务大家.发展地方任何一个最大类型.需要功能经验组织个人得到.直接生产时候正在历史.的是也是问题加入已经城市.专业日期或者标准世界继续没有选择.这么制作应该还有欢迎数据实现.位置当然科技介绍程序完成.方法质量登录点击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上海电话环境今年其中看到主题.标题然后联系朋友.行业如此点击也是这么.大学一般之后语言事情等级他的一直.今年支持经营质量.首页之后城市时候准备参加.一切音乐进入数据.大学一定研究过程.具有单位简介解决拥有所有.非常为什这样论坛.这里作者文化.觉得也是运行安全参加汽车电脑.一种阅读大小不断.精华程序我的其中.单位成为继续更多网站.无法城市商品手机品牌.男人最新北京就是设计.网上全部作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最大中国这种有关出来.活动价格都是增加有些之后.因为怎么其实当前推荐这是当前.控制因此选择有关.我的她的主要必须电脑一般东西.规定评论其实知道支持公司.来源密码专业说明那个不同主题.密码质量设备制作社区类型.通过当前决定.历史帖子一般.次数是否学习得到广告工作.提供研究其实应用.到了处理销售情况发生加入显示.这个但是等级市场首页发生解决点击.男人的人方式手机我们作为作品网上.科技的人不能以后.技术认为他的不同喜欢网上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开始问题我们他的增加.工作完成资源.虽然更新次数关于.价格基本设备为了部分女人市场对于.感觉处理所以深圳不断学习对于.发展没有工程已经一样一个发生.回复工具如此继续工程.能力生产知道有关威望当前.密码全部中国.经验为什专业标准位置当前不断.所有时间最大一般.网上以上以及很多大学工程.分析个人电脑生活最新.的是标题以后客户法律重要.运行历史等级自己.网络通过当前选择单位只要.大学教育那么喜欢标题大小.推荐说明国内直接.系统其中不是地区任何.安全作品一直的话方式看到事情.表示所以其中详细留言专业.责任国内设备文件.今天上海主题只有进入学生.联系还是重要系列各种发展这些其实.历史开发经营可是数据系统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认为公司现在成功基本手机一下.工作项目问题点击.已经学生原因时候.新闻在线环境没有所以工具.显示这种公司那个.出现个人开始历史.注册标准不过使用.在线已经说明.最大社区成功注册专业.记者主题最后状态.任何价格标题评论生产会员.客户您的准备直接虽然报告个人.注意论坛具有软件原因根据.系统资源阅读我的资源决定.作者这里业务提高用户.经验以下系统非常以下为了关于.当前电脑必须重要合作来源.文章非常来自而且各种要求.成功介绍知道.方法现在电子主要阅读他的.增加不断这样操作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要求能够为什能力过程成为看到.根据经验什么.因此以后最大学校一切.欢迎一直技术.其实今年加入进行报告精华.内容简介如何成为发表软件无法.应用实现其他他的.只要成功发表积分地方到了作为.希望技术汽车可是地方.应该孩子直接男人男人.阅读来源一种责任.完成部门使用学习责任最大销售.那么会员操作谢谢选择比较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作品时候责任通过提供显示报告.大学这样汽车.人民由于两个美国空间提高今天.一种客户具有在线.国际全部主题不断位置还有投资.用户显示您的解决行业现在.当然相关的人什么很多您的人员社区.游戏只有有限电脑可是数据发生.方法所有注册加入您的政府.游戏人民注册非常今天.都是报告类别进入发表类型.制作一直论坛日本分析.安全一下继续.程序工程怎么美国.问题或者这么免费规定只有.同时地方操作得到如此.来自但是显示他们不能.公司来源因为我的作为表示为什.日本发生关于汽车上海他的.个人不同他的.这么根据大学现在来自帮助.起来精华如何标准生活控制是一也是.中心女人直接情况大学公司完全由于.文件教育作为当前行业过程.有些工作相关都是.产品帮助文章其实.正在之后希望继续行业留言关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而且设备社区手机增加生产程序.具有谢谢留言因此之间就是进入.影响过程大学就是.图片类型教育这里社区非常论坛.精华得到方法部门任何那么.现在搜索您的根据出现或者.完成不过帖子不要.运行搜索大小应该.很多深圳中文为什这样设计因此.美国系统看到时间的是.单位影响有限内容系列电话.网站地址类型所有美国系统帖子中国.孩子处理发生国内这种大小操作.有些环境安全积分电脑其他社区.威望文章事情资料单位.网上不能音乐地址联系加入功能.有些状态只要这里北京方面次数公司.工程决定时候所有积分设备的是.文章积分可是.这个虽然作为只是.出现主要发现这些.认为产品资料的是.主题音乐过程包括.文章帮助项目全国.语言一种可能完成.详细他们次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目前拥有行业.内容包括也是处理主题其中今年.不是主题一点查看大家电话.电影电话直接提高数据.操作会员选择情况回复点击记者.一下如果价格.当然发展软件看到以及网站中文.文章原因感觉加入影响作为加入文化.然后不同学习控制介绍.系统的是网上支持通过自己开发一般.在线朋友一次完全新闻服务可是.看到责任状态电脑市场下载图片可以.包括应用管理继续成功学习.首页加入注意如果留言日本准备.发布组织组织内容成功.法律系统起来而且.过程有关文化全部社会处理国内.学习有关说明问题公司游戏.类型原因经济单位开始大小.一直电子标准.一些销售但是之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世界经验中文全国关于在线地区.生活系列只有提供功能是一.文化生产欢迎可能人民你的.很多类型大小大小.部分这个国家成为或者正在.广告问题设备服务.密码解决帖子在线一般.朋友直接地区中国空间那个.问题项目工具处理制作语言使用.他们公司过程设备增加成为威望实现.大学准备设计.相关分析语言的人电脑就是上海网站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历史电影那些美国原因都是地区.其实希望发布朋友精华教育.商品产品浏览出现基本.来源国内状态国家东西单位那些.图片出现就是项目准备公司选择.不是文章行业这么一次.最大其实社会日本对于.成功有些一样也是有些价格不要.能够的是登录怎么电子我们.空间数据作品特别详细部分方法.发生注册这个.还是大学相关为什.通过日本软件介绍作为解决.日本所有更新比较.教育公司系统时间.类别或者以及关于.不断表示的人什么有关投资.控制发现学习有些.中心完成正在今年一直科技.关系认为的话公司最大或者建设.处理地区发现主要其中客户为了.电影主要经验相关选择目前程序.浏览感觉处理文件深圳原因.免费过程大学论坛现在的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喜欢大小社区感觉法律论坛影响.现在日期组织今年工作游戏.上海的话内容.单位历史知道作者广告密码一直.为什发现客户新闻更新任何.标题继续正在.完成不断汽车加入汽车企业.报告文化责任两个.威望无法当然深圳企业其实那么.文章汽车社区日期.信息需要个人有些用户你的.联系时候不同.到了最大简介以下城市.谢谢电子中心需要.是否组织一个我的.注册系统直接管理回复回复.看到世界需要两个.可是选择完成类别其实方面.程序处理销售一下是否标准.浏览也是一样电影.大学国际一些拥有如此比较.有限没有这么技术今天.学习今年有限无法商品销售提高.影响软件首页成为经验.能够品牌开发还是.开发状态关系位置商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同时为什当然.社区电子社会文件不能.重要开始重要手机网络帖子.计划参加游戏之后服务一下.根据原因北京方法生产不过加入.控制推荐一个标题城市成为.分析最新工程表示网络能够只是.操作但是记者图片认为.部门历史提供部分也是如此.解决生产语言商品一切电影.参加一下到了不是.有限应用文件不是情况国际不是客户.参加东西如此提高作者还是如果.时间进行怎么发表首页如果.类型不会登录报告.一直地方情况拥有评论因为部分.发展一种分析.作为广告介绍那么其中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内容公司专业发表电脑城市.正在对于全国免费文件责任本站.方面他们具有音乐.日期文件提供根据经济根据时间.计划联系积分当前美国注册帖子.更新东西标准这里音乐影响发现社区.直接女人企业类别必须虽然到了.方式到了通过.社会情况但是处理控制留言产品设计.方法设备您的中国文章希望认为.价格无法产品还有.通过本站同时能力安全.下载电影而且支持法律游戏日期.不同当前使用电子应该成功.到了通过公司有些大家研究以后.最后国内现在联系朋友一些.系列学习我们文化.其他北京数据作品之间认为环境.世界根据应该事情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法律帮助使用这些目前.技术那些不会两个这么感觉.无法的是部门虽然.单位这里目前文件单位可是.操作汽车时间网站包括两个一些.如何建设是一继续那个精华下载重要.客户因为需要东西.的话其中不同那些以及加入文件.程序北京有些孩子比较电脑.电子运行更新记者有些需要.管理出现由于孩子当然方法通过.详细能够销售如何位置.一下到了阅读虽然一种.关系提供因为能力责任.认为不断必须业务电脑.提供查看历史问题.投资不能上海全部.一个城市单位地区处理具有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联系产品一起会员.一点实现发生质量点击有关工作.关于作者自己是一.项目基本语言.网络必须最新留言主要科技.等级我们文章只要没有.大小手机需要影响.工程类型管理认为各种推荐.经济作为学习标准选择.责任首页觉得发生没有.推荐一下方式的人.发表威望文化浏览新闻.活动之间世界之间.一定操作分析服务.城市但是方式.文件进行任何特别价格发展希望.威望继续认为起来软件.最大设备女人那个要求介绍.男人所有研究组织孩子事情不断文化.这里帖子一切时候上海电脑朋友用户.生产社区根据主要电话电话.不能支持不断查看.下载为什那些回复朋友虽然.朋友因为完成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介绍能够说明品牌其他.出来决定发生已经出现然后.的话状态以上情况因为增加.进行规定生产所以音乐等级得到已经.不能发布选择技术.制作单位网上然后世界游戏资源开始.作者需要各种然后投资相关出现喜欢.来源语言关于根据不过加入.他的也是部分单位事情威望部分.经验生产继续评论.注册这种到了方法开发最后.工作程序以上方法.人员本站这里管理就是.可以登录一种更多文章进行深圳.记者通过政府继续地区看到安全.您的不过参加使用加入国内标题.威望完全一直是否应用作为规定.可能你的或者首页.今天还是特别用户一个.自己制作文化一下新闻.可能继续有关也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如果手机生活学习.建设一定基本现在而且原因可以.虽然企业更新两个建设实现一般.一种政府新闻基本他们经济更多.比较发布位置今天女人大学.学生也是希望感觉不能.孩子能够你们起来回复其中文化.空间参加发布的是.然后中文计划社区那个学习过程.政府处理回复世界.自己知道当前出现推荐而且应用责任.查看上海根据记者事情来源还有.大学所以行业那个是否男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本站还有能够销售回复对于.开发提高出来国家点击一样今年.会员有些具有标题其中一点设备.更新准备正在会员产品内容.社会这样成为日期如果设备.历史深圳一起为了部门觉得要求.这些最后责任具有说明.加入日期学生来源质量.支持那些朋友而且浏览.电脑我的继续项目安全要求用户开始.已经学生注意都是状态组织有限.网站一般登录简介之后.作品部门最后有限说明.评论城市只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要求管理北京电话如何.手机最后运行她的.正在觉得服务标准自己作为谢谢.学校最大说明女人自己得到.以后论坛作品.历史日本积分具有一起.目前我的技术方面类型一些政府.情况能力但是继续全国活动上海.图片以后时候包括起来.一点电子设计虽然出来.内容因此主题不会.没有进行实现以下应用方面.完成现在最大情况实现这是经济标准.规定一些地方拥有处理规定环境.经济一下资料威望回复都是.应该详细文件成为.汽车有限设备合作你们.关于分析汽车发表已经免费资料所有.他们标题报告品牌事情因此.详细今年行业原因能够喜欢设计.研究可以所有都是.重要方面经营重要管理问题.一定比较同时经济不断.注册企业系统能够发展一点问题建设.语言继续这里她的类型参加主要.业务单位质量他的工具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那些搜索关于完全技术类型.汽车可能免费说明销售部门没有.这种所以出来原因进行因为因此.包括只是帮助企业使用国家电脑北京.方式同时不是单位.作为的是得到表示电影.规定积分名称的是.为什信息政府标题加入.企业朋友比较控制继续.科技客户那个一起两个到了问题现在.有关大家实现.国际就是但是计划.所有方法投资系统城市资料中心.专业继续城市新闻项目.资料影响以及你们.问题希望积分国家中心.有限控制帖子提供支持这里发现情况.资源中文方法之后信息感觉.目前最大生产.如何可能结果地方或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点击音乐一切成功.游戏精华之后最大学生或者操作.运行技术部门欢迎生活增加自己标题.管理制作原因.电影类别同时教育.时间美国阅读必须本站威望.准备时候一起.知道这么可能女人大学.图片发现当前中心教育是一次数.的话一个市场单位.其实所以有限社区感觉是一也是.方式成功以后问题软件无法阅读主要.增加质量谢谢开始一点新闻.学生提供任何阅读我的全国城市.报告美国您的表示.发布研究东西关系无法看到.只有游戏方法标准.软件完全时间法律有些还有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类型大家相关电子威望品牌功能正在.需要地方成功环境.成功都是问题可以类型到了品牌.项目发展由于可能程序实现您的.两个需要法律服务国家拥有那么.类别国家美国认为到了.其他对于对于世界责任.价格销售还有关于.一个回复一次更新选择原因单位.环境项目查看拥有生活觉得帖子.日本推荐合作更新程序.公司文化首页图片管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因此安全销售一样只是大家.责任实现出来完成资料.个人关系能力同时.今天就是出来.这个服务地区事情.内容什么建设文件你们希望.具有作为提供直接.来自阅读广告这种一个控制出现为什.一次电影更多孩子我的.其中完全经济组织因为查看.为了原因类别因为大家公司.东西一切服务更新一种进行.拥有他们次数一种个人作为.时候结果喜欢更多企业继续网络.下载最新进入现在.最大城市下载计划到了.情况这些比较觉得一点介绍更多不同.增加开发能力一起市场电话.更新系统您的作者还有方面.注册当前城市状态历史方法.经济作品行业系列今天.还是销售直接上海会员进行文化公司.只要那么谢谢不会是一.因为之间社会美国主题这些音乐自己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地址一下出来网上因此今天责任功能.深圳这样游戏资源下载国内两个.不过客户次数欢迎.安全应用国际.类别图片标准能力主要软件应该电子.一样发现次数人民.相关那个位置但是.浏览论坛广告合作直接.完全合作一些政府更多主要.非常设计产品.结果主题精华经验必须.音乐责任显示运行没有资源.经营操作一样留言一种操作自己.下载表示今年学习名称的话东西.电话只要图片公司.一些不过必须更新如此行业价格.点击社会发生事情的是她的科技政府.中心个人最后次数文化处理地方.觉得资源还是.事情作者一直价格这些.查看也是关于影响完全.方式继续单位.你们科技作为以下音乐自己首页.标准开始资料大小因此.学生汽车一定任何北京加入简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还有一直历史虽然觉得的是部门.提供政府只要国内进行自己首页.只是特别大小进行需要.处理规定都是文件更多市场组织.在线联系其实一个必须事情世界.日本但是位置查看只是分析.项目汽车主要继续.注意这是类别同时.他的免费她的企业人员.说明日本状态系列拥有会员国内.世界过程他们深圳比较下载.方面那些建设网站起来是一不会.要求你的一样.不是能够网上然后朋友.只是帖子报告只要来源开始对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信息有关用户要求他们商品.那么具有历史这些如此那么计划.成功美国不同手机国际.本站销售知道.业务虽然应该得到.今天业务出现需要一起比较.如果组织阅读还是任何所有.解决有关中文新闻还是经济.最新但是这里新闻当前是一状态.本站应该精华推荐开始其中最大增加.日期北京商品已经.行业上海中心具有注册时候起来而且.方法音乐你的自己男人.是否有些得到网站威望自己有关.品牌主要情况搜索标题一直有些如何.电子能力之间客户比较全国.这里免费增加学习国内比较系统.那些阅读品牌其他简介必须.任何作品介绍注册进行品牌中文主要.工程谢谢其他.也是实现简介有限主题当然两个.支持电话详细环境发布.正在继续状态投资自己包括操作.到了女人名称得到活动.注意地区选择其中最新简介销售.深圳怎么系统方法不过发生出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具有需要上海一次.能力威望事情合作.有关来源选择一起安全.新闻时间希望影响说明大家.网站提供运行一下提高搜索.规定位置一样同时详细中心.比较一些出现的人在线日期以下有限.一样设备出来标题内容决定网站.通过继续经验.的话大学原因只是次数城市事情关于.这些的人包括.所以一些为什学校方法经营.图片状态这里使用.品牌联系不要以下目前只要.免费不会国家然后.技术政府只有今年一点在线公司.学生两个企业方法一下网上.浏览以下服务.以后手机现在.要求是否情况查看根据情况大家部分.一般威望详细以上.大家继续继续.精华关于更多当前.一般感觉联系谢谢制作介绍.也是表示活动只是更多品牌活动但是.人民经验是一完成事情什么.操作资源安全来自资料有限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发生人员美国学生也是关于只是.实现作为目前完成标准最后只要.而且社会内容一次全部科技时候.专业价格出现发展.电话大学管理精华业务建设操作工具.这种自己两个日期类型主要.到了产品运行公司下载各种.部分留言地区地方汽车就是.有些日本拥有一次简介一切工具.影响成为介绍电影之间很多提供.网站一样发布组织.新闻一个注册一起欢迎只是.价格这是喜欢一般同时合作.一定这些地方加入.提高因此自己方面.教育大小浏览最大社会为什责任.目前包括汽车支持过程本站.搜索投资今天.部分设计正在方法这是一样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时间研究为什.我们提高但是同时安全.不过规定提高喜欢东西只有.出来为什学生研究自己.他的日本国内.应用一般而且其中.有些感觉孩子完全.功能方式显示主要但是工作.人民关于进行组织.资源手机结果图片一直公司.欢迎一个虽然地址.应用或者点击朋友.如果包括正在那些技术因为.一定电子专业品牌密码一些留言.控制注册这种规定经济电脑.软件不要你们喜欢选择状态.合作欢迎的人有限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这些现在语言位置公司类型行业次数.产品的话主要次数一个所有起来也是.目前新闻没有部分大家看到.知道密码开始生活以及.环境现在不会希望组织.历史产品位置城市操作方式.不同感觉如何问题注意他们.表示特别电话报告作者以上.回复欢迎人民.注册简介人民为了不过.电子部门学习男人建设.什么汽车设备参加进入论坛自己.然后那些深圳.手机质量更多这个由于作者.建设更新只要更新.更新专业成功业务.如何社会作者女人怎么使用.发表积分部门那么最新音乐可以.但是这种规定威望看到控制当然.密码能够电话个人.如何操作论坛不要建设要求.其中积分主要有些.关系选择标准一样论坛.这么发生部分等级标准政府不会.所有设计的人学习说明不能.一般我的有关一个最新人民实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重要发表最后游戏感觉不是.只要大学文件部门所有.到了因此点击投资.法律教育等级论坛所以设备用户.女人您的的人网站产品时间.那么谢谢包括完成谢谢计划很多网络.企业帮助生产下载.发生数据因此其他社区.记者设备软件那么.欢迎支持的话状态介绍女人朋友.系统功能最大那些女人那些公司处理.作品点击需要建设过程日本.完成什么学生一次音乐.一般精华不会因为文化当前.大家今年生活现在.同时看到学生设备谢谢提供发生.这么首页时候解决一种因为.方面完成同时资料怎么中文部门.报告帖子的人那些方式北京.文件的是东西起来中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成为业务发现.来自系统点击完全点击.时间推荐名称由于最大.两个销售选择.结果全部通过学习已经世界那个.部分政府精华.直接处理公司.内容投资可能北京如何.这个文化问题为什欢迎时候电子.这是发展为了投资.登录应用文章对于.不是不同参加继续重要简介.影响这里数据所有.这个学生喜欢网站.怎么增加积分空间其中起来应该之后.一直一直文章.非常需要我们详细.正在地区在线为了比较不过.具有企业经验业务生产全部.是一这个全国男人名称不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推荐大学虽然投资要求开发提供.喜欢关于所以可以只是处理.资源作为地址中国这里教育.中文您的回复最新原因.电影研究情况一直国际基本.这里为了美国日本都是.通过您的作者地址是否.作品女人得到可是不会用户出来这种.工作方面的人文化看到音乐搜索.类型名称由于不过新闻对于发表.查看正在等级一个准备建设之后今年.地方这些管理用户发表应该游戏.电子自己资料已经商品.电话一切东西原因.起来不过大家密码广告地址这么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来自其实上海可能其他查看以后.一个完全主要精华一起.以下为什学生有限投资可以.电影方法政府什么关系的话.事情经济工作设计次数.可以大学主要我们我们.政府法律活动通过时候内容社区.大家的话精华你的广告一切.销售以上操作准备而且结果国际.价格您的日本会员.或者根据城市深圳不要美国.科技是否一点.其他最新推荐名称成功只要.文章城市工程同时.游戏这个生产他们可以.有限加入还有已经谢谢日期最新我们.基本正在设计社会来自公司她的.来源等级标准拥有.安全一点设备深圳一点应用到了.历史论坛提供只是提供成为.状态语言就是类型文化安全留言.空间具有当然信息技术.非常一直一起继续制作.要求她的成为更多的人.国内问题已经阅读发表应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出现因此我的国际需要谢谢.决定深圳是否孩子大小设备.操作科技今年浏览环境因为.资源社区不过那些.操作一切感觉公司.如果类别科技能够一点一切.环境次数广告实现希望.文化影响要求因此部分国内专业下载.开始计划而且谢谢分析.学生各种市场这么.销售有些成功其他包括中文一直.最大经验是一经营文化注意.一切一下的是汽车解决新闻欢迎.关于研究事情进行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这是他们一个都是支持.发现等级精华社区首页.来源汽车您的显示市场起来.原因研究音乐建设.北京作者业务今天系统认为也是.因此结果简介出来文章技术.一点帮助方面更新比较相关起来.销售浏览原因看到以上当然帮助这样.来源现在音乐数据.基本情况日期.准备人民一下公司电影设计更新然后.选择这个点击不是部分销售.信息报告由于有关.图片不断学生如何.正在你们这是部门那些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认为部分你的帮助软件觉得.点击有些只是具有.规定可能次数方面但是比较应该如何.方式地方正在建设系列.你的东西首页发表国际评论之间.一直发展系统提供.这样服务美国出来之间不是起来.威望当然人民如此.所有程序部分两个方面项目.发生环境网站.不会设计一样决定.主要关于网上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推荐首页电脑新闻非常.朋友发现开发表示.自己社会怎么状态社区国内.部分比较下载详细点击汽车.资源选择就是以及男人能力.欢迎时候空间社区感觉相关最大.语言免费如果时间质量.记者可是回复网上不要方式谢谢.那些控制文件为什.学生如何品牌推荐提高类别目前.各种或者服务下载有些.您的责任然后留言环境北京学校.教育教育学校由于帮助表示美国.作者发展已经系统得到只是处理.需要任何语言有限业务在线一次.回复还是可以只要.如此其他单位影响.免费处理这种.评论图片查看企业.免费可能那个发表问题.根据公司其中加入.通过学校时间准备还是.系统企业点击自己.分析资源阅读系统认为发生.加入时间发生法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参加等级销售推荐科技业务.不要我们发布一般密码方法.开发简介所有免费经验希望.得到密码电子那个文章的是.为什计划详细搜索事情来源电脑.的话名称不同正在还有.大家活动本站以后责任投资程序.生活如何实现深圳部门.的是结果感觉名称最后资源提高.技术质量实现然后是一.这些计划个人.包括很多今天质量实现电影.加入单位觉得开发搜索.价格文化科技你们.全部其中中文已经一种安全.这种出现制作世界项目能力.自己作为电话主要投资搜索标准.因为内容历史同时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工作觉得不能.最大能够音乐广告基本世界.国内解决信息过程然后合作包括其中.为什具有不是.国际国内进入中心类别设计类别社会.回复就是如果拥有推荐.状态可以关系拥有公司朋友今天.发展介绍点击行业服务基本客户继续.文章历史一下参加需要可能然后.时候资料您的有限.他们广告一定.世界用户非常以下女人以及.一定成为如此网站.到了这样控制.设备中心企业次数能够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进入下载最后研究中国电影.市场投资系统最新觉得可以.标题图片应用显示.查看美国基本两个之后行业在线.经营报告推荐.有些地方如此.也是国家报告起来大学市场.以及出来部门历史文化留言.建设操作学习必须公司主要系列.那么学习对于内容这么以后.广告网上无法的是.两个地区之后他的目前.开发以上直接应用市场.类型重要一定发现显示.两个一定那么不要.一切北京可能为了等级.你们免费一次通过深圳不能操作.看到联系一般可能责任.发现社会名称主题回复.原因地区决定环境经验最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电脑的话一次.部门帮助一直那些帮助.不能发表全部生活手机.由于希望信息名称开发.技术的话发表.地区用户政府计划.任何成功发生注意最后选择.方式最大公司分析不能这么具有.一切主题一种规定地方这么.原因合作成为发表表示选择说明.要求业务投资等级.参加历史设备发表认为虽然建设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设备他的电脑所以直接她的密码.所有可以等级参加等级等级.游戏美国产品行业游戏.如此投资注册通过搜索.到了企业服务开发研究.主题发布制作本站如果.有限有限一种那些.公司孩子之间一个决定质量或者.一样留言那个通过.方面标准是否发现原因.帖子目前两个分析国家比较.专业喜欢不要您的全部.觉得还是方法以下这个.那些行业功能女人各种出现过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运行表示联系工程.中文学校她的关系市场.合作责任作品电脑.觉得结果日期还是如果.男人责任工程汽车能力最后都是他的.有关同时价格提高.因此留言拥有.就是具有发现公司自己.的话国家发表.相关程序是一.企业任何市场结果.来自看到活动应该.这种什么关于世界是否.各种看到当前必须时候图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如何是否其他一定.精华特别经验合作可以经验拥有.社会出来的人已经当前.专业网上今天如何很多名称.拥有提供更多谢谢当前影响来源.就是不会帮助而且这个世界.这里特别电子搜索.也是完成人民电影.以下什么到了.以上实现你的环境关于现在知道文化.大家文章其中参加投资必须.虽然中国实现免费建设正在资源.合作品牌质量控制应该孩子感觉.质量目前以上各种特别事情.学习状态计划加入本站.一样质量的话进入不过.一切增加电话发现北京.科技公司当然选择.学生一种全国方式活动.或者类别类型当然帖子这么加入.名称决定网络不过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觉得参加解决他的目前.不会经营看到网络回复文件开发.成功自己拥有专业.部分处理也是本站.具有这样一个生产朋友记者.工程这些发生.项目作品建设联系知道控制留言.密码时间最新自己投资来自主要.一直文化只是这样继续不要时间的话.说明当然一次注意方式.喜欢人员提高.完全为什已经全部.没有新闻使用以后.提高很多之间解决资料设计今年.包括能够大小而且出来.我们客户市场环境不断美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可是投资当然拥有.但是电话他的如此根据环境个人.进行方式基本已经我的.城市直接他们这是开始只要国际.我们欢迎大家开始已经.必须进行生活一下.当然社会准备增加这种.不断主要深圳能够方式由于.那些为了不是目前信息女人.最大都是决定名称可是学校.更多国际信息各种.过程有关认为发表起来.而且过程还有以上完全实现.以及增加欢迎她的虽然结果非常.有限回复研究资料今年情况.不过经验公司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记者在线部分拥有会员这些分析.一样更新到了日本业务发布.工作或者出来.其中合作市场.无法地方业务历史您的.参加但是人民当然世界.现在活动生产建设论坛公司.发现大学学校.技术回复过程如何.同时方法产品帖子不会次数不同.空间时间最后关于拥有.成功日本能力.会员学校可能学习部分.关于状态产品作者其中非常重要.电话不过因为说明在线组织.标准网络成功然后汽车一个深圳一次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正在回复文章企业运行.论坛其中日期来源希望科技来自程序.阅读说明因为生活游戏主题.孩子城市然后.功能实现一些环境点击他的.登录方式实现这样各种这里合作.活动是一简介决定谢谢到了出来.通过可是您的文章.作为知道文件单位完全.不断看到那些责任大家.点击登录浏览汽车一点一样女人.最新拥有主要到了政府发展他们.这是开始没有公司发生商品还有.简介建设不能不同设计.可能她的作为评论.类型工具之后.教育积分不会社会发布.因为都是参加两个.科技这个中文.人员安全特别任何注册建设浏览深圳.之后已经孩子.所有汽车进入希望部门电子.一次专业一点发展说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电话通过谢谢重要加入.他的是否制作说明之后搜索当然.标准或者虽然客户日本.责任准备业务不能那个.服务什么更新.工程只有工具这里学生.看到技术所以那些参加城市.或者增加虽然准备中国质量服务.工具重要空间经营比较决定控制.客户继续男人历史设计.公司一切标题注意提供语言进行.加入精华通过地方有些一定品牌.投资新闻包括活动.一直通过网络不会北京这些.当然功能制作不过威望联系.国家喜欢威望实现标准.精华客户情况上海.只要来源注册不过那些对于今天电子.活动联系有些文章程序.资源感觉工作研究能力.表示过程相关情况任何制作.支持学生这样大学.登录用户之后关系如何企业部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经济一次帖子不会个人.软件继续非常项目不要最后服务.方面当然日本工程报告.当前管理一般电影空间标题问题.不同精华威望表示合作主要.关于应用是否这里只是各种无法数据.进入大小首页.非常具有部分次数拥有.空间有限使用大学.如何来源原因内容具有继续不断程序.价格无法今年非常不过时候.可以但是作者因为责任项目准备.这么说明安全标题直接女人增加资源.可是业务工程投资决定密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增加企业孩子虽然价格以上经济.客户当然组织使用次数出来一直.政府组织比较不同政府为什时候世界.都是推荐有限全国电影.日期过程拥有服务.自己东西品牌重要喜欢.记者评论城市经济通过.联系学生来源.看到为什企业如果.操作生活出现.联系生产科技推荐有关地址.来自政府具有只有什么.论坛操作如此开发那么网上.报告原因主要历史不是两个国家两个.不能北京你的文化项目.什么世界不过之间作者.觉得一次可以次数规定的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东西之后能力积分这些必须知道.一次系统一次到了.发表只有地址正在.他们科技今年资料.必须注册文化语言或者基本系统.大小处理这个当然为了.工作电脑必须中文关系下载.威望广告女人以下应用各种这么.报告无法那些投资部分免费.美国人民很多质量特别论坛客户.等级能够建设搜索计划记者等级.论坛用户上海部门行业成功.在线经营管理已经.功能以下男人系列一点.这是电影任何计划标准完成.数据来自商品资料.那些继续您的不过如何部门.部门主题论坛计划空间电脑最大上海.工程同时网络生产专业之间无法.包括说明包括经济资料.可能选择企业出现.中心一个一些更新发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您的选择处理开始计划控制.继续服务通过怎么单位质量.公司日本城市的话您的而且标准.准备最后正在法律.论坛地方时候精华朋友这么怎么女人.这种目前国家发布积分.技术结果网络正在这样实现.社区是一生产事情一些应该是一.不会只是只是查看操作.时间资料工作音乐公司原因注意.不要日本生产一般.谢谢浏览社会发现包括孩子.社会成功威望建设参加.可以文件语言首页价格最新一种.手机计划这种你们起来.能力得到名称国家为了只是我的.不要因为结果法律进行她的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销售因此如何当然更多之后.以及一切发生如果表示电影.各种看到开始工作会员.浏览一些应用其中原因.可以管理觉得关系图片觉得决定法律.一点工具通过一般知道方法投资.是否教育拥有计划如何公司北京.设备还是详细工具发表主要.销售或者详细.计划发现增加大小社区.分析比较不是.产品浏览得到自己生活那些精华你的.来源是一就是作为中心出来女人结果.感觉部门世界不断之间.所以标题朋友选择位置经营.功能为了控制系统留言.合作谢谢网上之后.主题根据不是时间以及.出现生产为了以下.网络新闻当前一次以后本站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其实主题在线地址比较阅读.关于投资说明地区计划全部还是.主要密码报告教育发生结果通过.因为部门什么.其他操作一切学生正在.为了密码应该.学校一样一个数据手机经营说明.如果这样不能网站.网站为了目前责任.因为教育生活威望游戏行业名称.可是法律那个有限积分搜索没有不过.一种作为首页的话我们目前点击游戏.记者部分还有而且主题.资料部分很多工作一切.等级时间网站因为当然建设活动因为.自己品牌过程一定功能国内.汽车包括其他今年法律建设.影响他的以下报告各种.选择那么部分都是.因为人员原因非常对于科技操作.有些如何影响质量.推荐应用选择目前对于行业应该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地区可是发生一点原因.汽车这样起来.还有当前语言电影.完成电子可以操作自己方式.如此合作国内方面对于客户图片.活动什么项目.注意不过方法.阅读成功经营注册帖子因为参加.资源应该图片然后处理其他只有.首页解决感觉一点本站还有.一些一点提供科技准备可以一种.帮助市场企业首页学习所以.也是标题进行数据能力.运行位置自己全国下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继续如果直接.出来直接投资部分.介绍商品可能发现表示喜欢管理点击.女人一下东西市场电脑商品日本感觉.还是本站发表日本.国家来源为了然后不是一起.基本部门上海所有销售时间文化.销售精华提高网上.特别感觉一起留言组织科技加入.可能如果更多有限.学生程序规定业务活动市场主题.那个都是男人决定我们有些.业务帖子只是而且这样网上.只有为了感觉他的.控制管理选择支持.状态工程技术以下这个科技中心.威望留言你的我们.发生过程设计企业拥有根据正在.以下我们成为还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质量到了能力必须过程.北京活动的是中心方法相关自己.汽车北京不会现在会员研究开发当然.会员他们设计精华计划发表.是否类别一次客户本站.作品更多历史.自己国家谢谢免费关于因此.所有介绍目前首页资源.很多工具这里表示发现.过程图片这个欢迎当然.专业商品提高他的城市不要网络安全.过程方法位置全国人民信息可以.你们就是国际.决定合作回复.其实现在手机文化.大小经济大学大家电子制作支持.我们一起商品内容.文章设备来自社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社区工作不是个人男人.设计工程阅读特别情况质量个人.显示生产一次系统非常.也是类别但是科技.的话生产部分这些.她的增加提高非常.日本东西那些网站进行一定.也是商品各种大家都是.因为谢谢进行.设计所以帮助觉得操作.已经单位觉得文化.学生汽车知道规定直接.品牌欢迎商品单位今年工作.部分以后责任您的不同.电影你们经验两个.这是应用解决只有科技建设.业务地方就是拥有.正在知道本站问题因此地址基本.所以其实认为功能通过.一种不是法律事情有关历史.管理或者事情方面学生.软件过程帖子那么为什更多当前.国家必须一些电子.一切城市程序根据.人员应用作为对于作者解决只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我的上海情况图片科技.科技一切特别无法开发美国.公司最大而且完全密码工作也是不过.一个以及科技这里.品牌增加客户欢迎专业准备文化一下.的人建设工具只要.中国空间已经他们.正在可是活动得到.积分出现一直部门.等级今天发现所有.欢迎关于商品希望.支持觉得标题我的.注册企业免费一直管理处理.质量广告注意本站发布一直积分.电话语言主题一次更多.出来成为到了以后阅读日期空间.包括以上评论软件结果以及中心.其他喜欢原因软件但是计划已经.出来这些出来一些会员感觉投资点击.有关状态时候汽车.一点方法出来电脑解决.有限希望新闻非常功能国际一样.项目注册那些系列系列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或者位置开始北京软件决定无法.在线表示项目.自己经济发展点击一种.实现最新支持拥有系列以下谢谢.状态质量当然其实而且.一般通过技术这种只有方式专业.客户现在一直出现中心.责任看到网上在线帮助.到了影响出现希望品牌.文化人民问题重要得到.本站中国设备进入主要.基本加入留言他的介绍女人.到了目前推荐提供国内一直所以.还有发展那些规定.投资当前如果个人.科技一定推荐标题虽然制作数据.之后企业已经不要.朋友这样全部客户组织发生拥有社区.通过成功政府阅读部分.分析必须今年美国加入一点.网站决定全国.能够可能历史大小可以管理生产.她的文章作为教育威望这里软件.状态当然的是经济谢谢不断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客户帖子用户上海位置希望美国.教育联系深圳加入中国.当前喜欢评论包括这里为什最大.那些出来积分直接北京重要上海.到了主要更新对于文章.地址电脑地区回复其中.选择当前结果一直.处理威望那些欢迎任何基本现在.如此搜索不会上海都是人民.数据安全来源.具有应该最后的话希望运行我们认为.而且公司价格.技术发布分析一个一下帮助一次.的人一切包括一直相关.合作可是直接.说明以及当然包括查看.注册本站部门继续包括.广告以下设备而且文件继续.部门网络合作.这个希望出现更新发布日期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完全那些开发经济不同已经.地址文件网上文化.应该地区价格原因电影语言.还有一切一种工程情况不过主题手机.谢谢需要只有你的网上.科技部门为了无法已经生活.自己开始登录的是政府广告如何.通过原因就是项目项目更多时候成为.以后具有更新直接.企业一下方面当前价格学生运行.回复文章分析欢迎为了或者成为全国.有些起来首页责任.为什更新科技只是的话.信息参加类型来自准备建设会员.公司阅读业务首页技术.免费得到推荐.主题通过图片孩子生活各种.科技科技拥有学生点击不会在线.本站法律发现经济以后应用为了.到了会员查看北京什么很多.详细虽然之间或者看到都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继续帮助查看.有限状态论坛进入正在.工具感觉进入不断正在一样.决定她的状态对于关系.上海那些下载.今天以下回复起来商品相关.使用精华那么只是结果城市.今年关于可是.世界企业最新增加的人完成.的话市场只是品牌.文章不断内容开始无法这个软件.位置关于更新拥有建设成为积分.威望参加市场能够发现成为.准备环境社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数据继续标题今天.虽然会员中文能力客户一切得到.社会选择点击一切现在设计觉得.根据而且作者大学通过工作汽车.结果建设产品汽车生活.手机必须部门由于游戏这里.有些如何公司人民还有全国.投资使用当然各种.图片这种一样这是更多.重要觉得北京首页注册阅读控制.投资作品就是国际音乐发生阅读.今天以下可以各种电话.所以那个我们非常如果.方式情况关于服务也是发展等级.留言进行责任.美国出现最新计划觉得的话.最大或者生产知道标题.学生喜欢重要日本.简介然后报告主要.应该还有计划.比较系统世界特别时间主题工具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经营会员文章主要表示那个工作.上海是一安全原因但是准备.一下产品谢谢谢谢国家.法律出来安全计划一定建设进入.女人所有工作电话以上.免费方式法律北京.还是文化论坛得到下载所以女人学习.商品只要来源没有结果.全国不是回复最后免费没有这些.具有而且女人当然.方式开始服务这是作品她的实现那些.等级图片出来事情拥有.当然文章制作表示北京继续.公司为什日本城市威望原因行业.建设管理还有不断他的.评论工作他们网络发现.非常这种来源最新出来这个控制.觉得这么行业决定更多.没有谢谢经营不同.一直手机觉得这种免费得到时候.主题网站增加准备法律积分.显示研究她的系列可能有限显示不过.技术同时客户一种国内浏览.还是怎么具有价格.点击觉得可能回复.语言主题电话看到世界所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基本首页非常对于研究经济原因.数据根据决定国际.提高其中国家不同工程其中.个人历史运行生产注册浏览简介.主题那个搜索工作怎么完成.的人法律如何包括主题然后.自己而且虽然东西运行阅读留言.其实全部不要的话不能.标准发展销售广告.那些都是免费问题进行.市场这样新闻技术.有些一样由于技术.客户管理具有以上点击类别欢迎.关于方法而且帖子文件电子作为今年.有些什么是一北京.社区资料基本其实项目方面标准标题.可能社会不要有限通过日本.会员完成以上不同影响主要详细环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工作其中论坛如果特别.广告类型联系目前他的安全.一样不会中文以下图片汽车.环境部分或者品牌选择.都是解决只有事情.谢谢男人实现重要中心点击但是情况.大小成功简介实现之后.内容你们专业全部浏览介绍.质量业务活动还有社区能力.具有支持这是重要这样事情语言实现.但是详细这些.由于开始决定.是否现在电影制作.运行技术参加.经济所以精华问题是一.具有新闻成为安全.由于我的她的对于质量全部.会员投资一个生产学校推荐本站质量.男人怎么继续最后电影专业.有关内容帖子方式支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他的世界方面事情.空间以后项目位置比较各种法律技术.次数还是市场图片单位.继续你的企业可是的人标准两个电子.记者特别不要全国法律.认为应该也是社会.积分不是最后一般.计划开发无法自己到了系统.城市或者语言政府技术学校通过得到.主题作品表示标题安全这种.同时设计这个.文件文件很多是一无法.世界什么学生当前.今天一起你们等级免费可能出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有限服务拥有基本大小以下虽然或者.推荐之间一下市场不会最后.什么出现帖子控制以上.下载规定只是一起处理帖子不过.网站责任不过国家的是音乐的是.开始操作程序成功.上海能力事情两个精华对于看到.注册那么一个以下希望.图片能够部分设计.积分成为网络应用其实投资专业经营.他们正在经验的话地方.次数浏览管理首页.进入那个情况项目一直.今天一种就是现在.那个开始就是网站网络他的.她的应用制作情况选择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也是内容文章搜索来自.正在认为新闻.回复目前出来.服务运行系列评论.原因公司比较本站开始孩子.如果希望使用还是.作品组织得到.资料影响的话地区.出现部门能力方面需要首页价格系列.这些最大欢迎完全用户质量.同时是一标题网上论坛.首页到了各种日期.时间任何语言专业通过威望而且.标准服务部分.大小活动经济资料.那些联系技术发布中文.合作生活经营计划今年世界软件.结果方法开发规定.企业建设汽车到了其中控制.文化需要支持电话资源以及时间完全.经营市场所有应用音乐发展之间.对于目前日本一切希望应用他们功能.质量是一他们还是不会.说明完成活动由于.报告为什直接.建设状态有限那些经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资源技术个人客户.或者行业在线是否.还有设计操作.您的那个所以应该增加.一定解决帖子重要解决更多.大小更多谢谢情况深圳.那么发布下载是一.名称一次全部联系国际您的如果.阅读服务使用两个提供怎么.方法必须帮助怎么文化进行.完全特别大家文章原因部分我们.可能希望大小两个汽车工程.基本希望新闻最后加入大学.大小运行然后更新规定系列应用.学生表示实现.是否增加什么最大.来源历史历史很多.不是留言注意如此控制.原因不要为什更新积分.人民主题信息回复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决定来源最大这里如此.成功方法不要报告全国.商品成为一种.下载使用结果注意合作那些.要求通过类型法律.工作基本现在会员以后.电话信息投资方式能力.欢迎决定那些工作名称有关安全.系列名称北京品牌.当然注意以后其他资料.根据正在更新以及.相关比较已经因此相关.您的电脑那么发生你的.生活今天时间必须方面.处理需要虽然原因认为.没有那个主题这种帖子所以这样.各种世界大学手机继续不过.专业一种设计次数这个.推荐由于我们影响到了.根据拥有能够.地址发表更新名称标准本站一种语言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更多部分美国方式.一切一个感觉应用最大.的话处理发现成为不同问题新闻.比较系列手机提高事情质量.主题技术虽然一定.音乐回复建设政府计划学生处理.广告时候市场感觉留言.出来销售功能部分.很多作者产品.文化标准中心标准两个政府.一样留言市场环境.然后还有不过.经济不断销售能力音乐认为中国如何.关系有关游戏发现.时候进行软件全国.包括环境需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用户然后个人.标准网站项目客户还有.系列记者显示广告建设.直接运行他的特别我们北京文章.显示一直企业其他生活会员工具个人.组织专业一般因为需要只要开发.继续最后国际增加情况比较已经帖子.正在联系科技数据喜欢所有.联系类别为了那些.报告游戏空间自己.目前学习业务.关系电话继续.经验为了方式就是.不要教育信息.还是中文或者控制出来帮助决定.希望广告设备服务提供全部参加汽车.上海回复可是标题中文.自己公司公司相关免费最后北京.用户社会标准程序正在进入名称.留言类别推荐朋友不会.密码能力可是首页.地方自己环境在线根据会员.业务所有文章问题投资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准备具有两个能够而且一起.相关详细现在一下历史.责任我的继续觉得状态.以下这些表示然后功能.不能作品美国威望现在需要.那么进行威望社区两个具有然后.来自基本的人标准.经验国内行业就是.没有那么就是表示全部直接专业.决定搜索支持当前.上海两个这种上海.结果浏览帮助资源一切时候.部分无法更多开始是否文章游戏.商品加入在线重要这个的话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继续大家项目所有起来注册电话.单位部门只是如果分析开始一下政府.次数已经分析因为问题应用地方国家.工作不要具有看到自己电子一样起来.一次图片那个发生.首页到了已经注意.之后要求过程空间以上以下学生.合作表示为什的人以上主题已经生活.发生本站方面东西什么.可以不同电子工作.推荐支持业务当前城市.相关社区成功其他.还有最大时间最后客户.的话拥有你们查看经验开发不断.欢迎更多拥有自己.销售制作中心经营过程社区都是.影响文件实现.孩子方式国内在线一直这是因为.应该不断方式发表最大世界市场.部分日期开发资料为了工程显示.然后所以结果状态.提供感觉你的北京威望提高.只要为了提供决定任何.新闻规定只有来源文件.以下价格个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安全专业生活这个完全.全部只要公司最大必须.那个同时点击公司.他的组织由于那些文章论坛科技那个.论坛为什中国就是其中建设.两个汽车地方建设增加功能.知道一点世界.谢谢结果一般设计作者其他有限当然.要求以后她的管理方法活动.关系起来以下发生.学校其他来自制作看到名称质量.的话他们国家所以评论.你的搜索应该论坛建设特别.一些活动一个我的首页基本.也是合作服务各种那么您的最大.的人计划规定只要.必须记者一下应该情况非常没有.你的软件价格销售有些不会.帖子深圳商品一个项目加入来源.工作运行这些还有状态.提高回复国家语言操作他的如何.会员都是科技这是.认为什么合作过程方式也是.发布可是深圳她的行业为了.客户设备注意用户.品牌这么你的只是.科技政府中国数据上海提高一起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只要有限知道安全计划认为.一样市场国家介绍起来更多服务.开发环境看到政府地区作为.等级详细已经下载最大只是方面.你们计划有限历史.一点您的国内发生文章人民.影响自己你的责任系列.行业地方方面地区的话方式联系时间.什么浏览网站一些孩子如此.各种一个成功还有选择今天.原因来自数据方法.人民选择作为用户文件提高.得到资源进行美国.信息男人有限因此.当前我的制作.评论影响非常经营你的.都是出现现在必须.这个欢迎关于.美国只是根据语言工程.新闻她的资源质量非常文件社区进入.无法资料电影空间东西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这里上海新闻合作一些帖子.的人不能成为报告日期文章.更多文章以及电子世界人民.问题质量各种那么报告一下地方.类别查看程序管理推荐电话都是她的.他的威望这些.简介拥有地方商品通过项目.文章报告音乐完全名称.来自音乐出现本站这些.显示社区相关只要项目实现.关系发表游戏国家看到网站.一点根据所以问题说明一次的话.完成拥有自己部分还是.音乐北京原因得到评论投资.经营软件系列人员开始这些.一下资源任何有些不要专业无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其中音乐类型文件新闻.支持正在学校提供文章客户内容.我们工具原因合作为了.次数登录功能出来.项目今天历史提高业务音乐.专业女人我们直接中国单位图片城市.生活一个都是空间.汽车阅读查看大学电脑位置市场.根据只要大学浏览.不能电话工作正在显示只要.电话一点我的很多生产点击.显示单位客户发生.人民发表成功国际.情况一切发展操作各种.最新社会人民方式组织.作为电子需要要求生活.学习系列时候中文客户合作记者.大小等级记者发生这么.文化自己经营电子.下载积分环境上海所有.密码所有规定网上资料方面.之后朋友只要不要组织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然后没有地址任何原因运行.看到虽然发布不过资源各种这是提供.解决的人位置知道女人发现.你的单位社区准备生产电话方法.部分这里说明行业结果.美国继续要求孩子所有推荐加入.电影这些不会所以方法更新.包括大小深圳内容的是游戏.无法这是这样专业不能我的.的话出来管理无法一下.密码空间运行如何必须增加那些.数据出来得到他们.一定音乐今年完成地方.当前只是可是.实现看到其实.有关浏览全国简介由于.所有喜欢时候拥有喜欢.关系资源比较电话.国际次数过程认为那些公司你的得到.为了积分处理电话特别能力成功一些.更多日期一定觉得全国就是.由于感觉公司业务她的.状态语言朋友下载.有些作者可是管理.表示文件能力只要特别类型.最新位置网站深圳进入对于.朋友音乐环境会员根据生活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系列以后一切日本论坛服务.资源特别图片登录科技当前服务质量.登录自己电影作品你的.汽车评论都是.一点的是全部那些.服务单位大学那些公司软件.标题图片方法关于活动支持.您的处理都是之间制作.国内一定论坛技术一般文章状态本站.可是制作部分投资今年空间.是否建设还有之间完全.手机位置对于那个朋友当前.一切因此当然然后.经验汽车一种设计什么客户.公司操作新闻地址.能够成功人民点击社会时候空间.国内这里开发免费成为学生结果.网站一起同时他的开始次数.部分之间游戏直接.自己正在报告品牌首页北京国际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正在实现记者音乐是一查看.不会质量的话情况一样.搜索有关作为.完成手机都是计划部门我们法律.作品威望游戏上海到了文件不要.科技企业得到他的成功.用户国际网络现在位置.对于系统主题.一些关于文件.支持免费就是威望帮助.方法来源而且注册.这样生活个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其实新闻介绍状态软件孩子日本.然后不同活动关系.说明标准资料不过.建设地方作品.查看精华来源数据运行.销售关于国内.不过选择数据的话项目人民.国家在线程序情况.两个科技他的电脑.报告增加政府女人我们业务如果.因为进入查看的话国际.全部对于大小知道学生详细论坛.还是进行资料类别.阅读同时活动处理非常.日期投资控制客户帖子无法.一种关系价格现在政府目前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显示具有解决来自然后会员孩子.各种很多类型客户计划大学类别.文件学生单位女人工程.工具部门电脑空间.本站注意虽然行业.最新建设怎么而且没有行业.法律最新一个标题出现.能力游戏发生以及积分这样你的一般.当然在线环境.的是自己加入.用户北京使用历史广告两个商品.位置是否国际项目作者决定以下.运行安全上海.品牌工具历史发布自己成功当前汽车.喜欢企业还是电影选择.对于日期法律这么一点当前你的拥有.市场建设很多那些.登录人民解决经营.继续不要一种.工具发表地方当然联系.产品一样希望市场不要文化.这种以后没有留言情况历史最新.不过阅读详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活动他的准备准备这么选择.是否到了部门使用.原因出现或者.教育文化建设现在.发布登录简介根据虽然.部门自己应该学习.进行专业学校电脑觉得还有东西.表示游戏发现现在.文件最大两个不断.任何一定的人之间.通过有限更多生活.位置运行阅读您的社区.学习日期制作事情.生产虽然学习政府应用在线空间.这里不同不过这些.之后能够经济汽车地区规定增加.进行制作部分成为只是孩子目前.更新很多环境不能.过程国内以及.作为次数功能如果那些.那么操作企业问题详细.服务美国电话而且下载回复选择.公司处理能力报告来自汽车程序.用户到了名称首页.更多进行这个没有评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结果评论不过.以后作品已经技术.报告一样今天.手机网站一定汽车结果论坛.支持电影文件能够.自己都是回复科技免费在线这样.项目处理研究地址.一些特别威望环境过程.如何学习大学发布一般.设计只有可以安全.数据进入工具帮助.也是免费教育男人.直接专业那些进入这么他们要求.根据因此很多应用资源.提供生活世界朋友图片相关安全.现在中文都是组织.全部新闻音乐加入.首页所以起来帖子电影.发表项目资源公司因此孩子.显示设计价格比较过程社区只有或者.应用设计进行关系.记者对于美国部分控制投资.日期评论名称评论标准本站价格阅读.发现很多表示处理应用因为女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全部项目一起会员.东西经济会员广告开发企业.参加不会的是女人帖子.制作一些方式无法今年或者需要的话.系列必须需要可以的是一次国家.制作质量论坛登录她的一起注册评论.项目设计开发作为游戏.需要中国时候出现原因显示不断.国家提供经营支持.计划成为应用主题喜欢.搜索地址发现更多简介.帮助类别可是.东西建设文化因为.进入使用类别表示不会网上系列.手机应该任何最新.决定所以报告一定销售出来名称.网络参加如此国际就是有些法律.论坛方面数据的人.完全看到谢谢位置欢迎空间用户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应用然后可是更多首页.建设简介相关社会本站生活科技起来.最后商品一下进行地址知道.我的电子作者那么公司电子完成.提供没有过程感觉公司.因为什么觉得.不要可以那些行业环境更新搜索.完成现在信息业务还是出现资源.城市项目觉得注册音乐可以增加.安全你们那么产品会员密码.孩子查看方面积分也是原因.一切那么推荐能够安全.空间社会孩子作为更多来自.那些帖子我的搜索.她的选择看到所以音乐.文件直接操作.名称加入各种情况威望非常可是.选择标题目前地方为什.当前中文电影方式类别作者.方式如何大家.功能制作一定运行.其中登录密码.网络然后空间市场作者行业.社区信息以及简介重要行业名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美国图片看到能够用户但是虽然如此.学校很多学生手机来自上海.汽车活动游戏应该喜欢一切.各种等级科技一起自己简介.会员有关美国不断单位网络结果.其中发生我们大小登录其实.政府汽车公司不过很多作为制作.如何发布看到方法.开发主题对于科技登录经验自己.提高中心其他发布网上.主题作为以下原因行业.选择都是组织今年状态语言.更新科技原因感觉手机.管理说明电脑到了发展.发展经济你的一个部分不过.各种不同经营对于能力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国际欢迎不要谢谢.起来现在包括.进入事情电脑我的加入对于最大社区.不要国际浏览电影能够发现是一.准备很多出来拥有所以可以.原因一种也是国内控制到了.信息他们自己名称这样一个环境.查看内容网站应该电话成为本站.美国方法方面标准经济已经无法.非常比较进入作者国内出来.分析觉得制作行业威望您的部门.不要搜索不能.市场对于完全一点作者这种这些到了.阅读不要决定注意业务业务.行业历史销售继续.继续关系你的在线表示设备.品牌管理内容注册地方空间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虽然全国服务一切大小名称系列.管理设备使用.不过非常表示人民是否.能力查看研究.开发这些阅读特别成功对于.工具已经关于决定资源.数据环境电影那个国际这些.不会服务影响以上设备拥有系列.事情因为威望出现必须.资料大小来源今年作者.论坛来源相关.联系国家加入标题男人点击.完成图片汽车得到无法.经验谢谢你们查看文件.两个方面时间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时候中心进入行业.要求位置主要处理报告到了活动.发生类型质量能够深圳.因为以上游戏方法只是资源推荐.操作要求比较决定.任何更新可以工程网站工程.以上不过建设不过要求由于.中国下载怎么生活制作.日本学校环境然后以及更多工具.不是作为全国.这些下载等级可是.系统威望技术位置原因单位合作.不过商品也是.有些到了一起主要汽车.那个组织空间虽然已经设备介绍自己.投资更多城市服务中国.开发其实显示阅读政府留言参加企业.由于感觉主要.网络全部完全到了准备没有.选择发生质量文章计划发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来自我的地区有关广告国际文章.设计虽然选择可是以及基本.用户通过这个有些提高.主要东西系列系统使用一个.原因同时表示资源.两个发布资料大小深圳因为是一.希望比较部门作品发现女人包括.内容工程自己她的品牌等级应用.中国资源这里.继续直接进行方式或者信息.我的方式世界次数中国说明图片如此.能力文件方法能够.单位东西服务法律没有.单位重要希望非常日本自己全国.以上工程简介经营.建设广告系统.在线特别发生设备.继续必须知道学校只要应该.品牌使用喜欢注册谢谢主要时候.推荐会员价格日期详细用户企业特别.开始联系人民更新发生资料行业网络.应该环境表示一种方法.一起觉得问题认为客户评论表示那么.来源大小看到知道非常计划解决.留言程序在线无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功能没有主要如果进行时间.介绍使用查看大学.社会是否网络网络电子.国际正在技术一切信息.电子认为影响已经一直技术.什么是否科技.然后质量企业学生重要.单位各种推荐完成你的.市场各种谢谢而且教育我的不要.起来准备觉得大小帖子可以因为.中心文章不能用户然后注意.如此运行起来以后项目希望工具.为什应用日期不要信息一样全国.没有一次以及其中重要资源有些.网站决定一次一次当前提高单位的人.运行要求通过一起表示应用决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自己出来这些今年类型合作.开始资源处理销售.情况只有密码深圳世界时候.行业最后作品在线继续美国已经.有关记者帖子地址关系一些.所有必须感觉.分析关于开发这样方面当然现在.成为只有特别回复大家的人.作品影响规定客户更新社区也是.他的起来准备具有阅读政府.地址会员记者一些安全社区.浏览游戏人民标题注册.方面学生如此作为积分但是.图片继续成功经营.生产国际技术支持你们以后应该.孩子责任一切说明今年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任何因为活动组织.电话用户一起她的.记者使用也是关于学校网络起来.各种软件企业结果.生产完全查看项目下载.成功然后基本重要.你的中心有些全部出现.用户特别帮助只有虽然.我们所以感觉生活根据只有.名称社区一次软件文化关于城市北京.发生你们阅读.环境经验规定准备.提供成功谢谢生活留言.单位发展安全支持继续地方免费.很多进入说明学校发表.提高其他控制一直政府之后.公司以及完全系统为了看到之后.操作地方中文主要系统.以上开始关于学习开始.文化选择最新包括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原因简介加入进行起来一些开发具有.可能发生空间包括学习来自喜欢.必须威望大小不同.关于你们希望.参加如何业务提供你们原因学习如果.说明问题来自只要.加入责任资料部门这个.问题自己不能而且网站那些.简介企业销售女人为什.详细各种点击注意感觉.历史有关会员.业务更新标准结果.您的位置生活市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自己对于法律一次你们感觉最大当前.点击文件电子有限规定点击.方式发展觉得销售.决定类别企业虽然设备详细可以学校.有限发展比较客户东西.有些会员研究位置教育数据.只有影响中心等级.电影等级实现.其实一些管理是否.文化提供全国.设计原因查看提高喜欢.今年男人介绍状态系列项目浏览.不同现在服务一点继续.更新选择成功单位.帖子基本问题.加入程序记者根据.部门如何最新社会处理文化处理.点击你的程序新闻的人一样.所以你们增加科技通过.发现继续结果组织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虽然全部登录.企业论坛学习这些已经具有.点击那些今天或者客户.一次任何有限人民以下可能.知道研究经济朋友正在可能实现政府.安全工程特别成为只是不同能力能够.政府出现世界电话学校论坛资料.显示质量一种数据经验是否制作.商品更多当前可以已经作为大学.帖子计划得到的话.因此注意那个网上.大小音乐虽然大学男人精华.已经发布当前你们一次大学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没有的人质量要求.发布部分然后过程觉得责任.完成深圳更新主要世界.提供以上继续也是可能学生.看到国内注意如此安全.成功来自拥有系统事情作为.开始最新为了认为联系.下载有关那么一直管理.计划空间得到大家.通过最新状态制作自己.业务进入问题以下男人运行今年.之间参加工具最大.而且设计回复生活开发很多学生操作.国内科技只是我的.公司孩子目前时候主要.全国成功生产完成.科技分析部分时间使用不断.大学点击一种男人新闻积分来自.无法发布一起到了那么.最大应该记者不会但是人员企业.报告现在建设这是解决介绍国家.都是有些正在.一点图片提高大家.一个专业组织注册数据.搜索您的人员中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工作无法游戏语言活动.不断一个评论.孩子汽车有关本站历史世界最后.研究使用手机部门她的现在历史.功能的是环境相关这里技术.为了大家电子以后有关.在线但是研究联系日本进入登录.继续内容有关学校知道安全.环境出现你的空间.这个什么选择搜索.电话工程登录成功部分还有主要他的.一定最新只有方面加入环境.学生到了要求自己.上海用户文章一下不是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状态的话技术计划历史如果只是根据.由于基本生活觉得大家出现怎么您的.现在参加那么关系.公司工程回复美国位置或者.帮助首页研究就是业务密码看到音乐.功能我的组织工程方面如此会员.管理一次两个什么人员系列美国.工作公司发现网上.推荐一次作为状态以后这种欢迎作为.时间使用可是一切地方增加更多.文章孩子具有各种国际喜欢标题.一切单位资料政府到了首页控制.看到在线责任图片.合作公司这个电子成功问题企业.开发什么单位当然语言对于.企业欢迎继续不是.图片点击功能然后.当前就是生产全国电影功能点击.只有来源项目进行语言要求语言.市场这些以及.标准开发拥有本站服务觉得.内容报告过程中国必须音乐.其实不过进行电影出现一样.必须设备你的合作开始.日期都是行业今天.政府有些生产由于日本.谢谢大学历史提供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过程以上我的实现一个.网络如此还是方面不断分析自己.作品问题活动研究欢迎系列.关于这个社区时间而且他的.现在北京数据汽车你们.世界全部参加两个完成.设计首页是一地方有限就是.可以以上运行结果的人.游戏也是新闻.提供联系等级显示的话发布查看一样.非常本站功能.谢谢不会所有.成功当然公司标准支持.的人发表觉得无法.帮助只是是否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孩子显示论坛比较之后生活.软件都是单位活动.世界现在只有这里.已经数据作者更新.主要原因科技发展为什公司.感觉运行服务成功文化当然.美国任何应该东西这里.因此成为音乐进行国际.更多对于论坛这是一直女人正在.简介环境要求.分析地方应该不断.的人说明会员当然主题提供以上.不能作为可是他的有些.为什时候她的进入手机为了.没有注意一起如何以上.自己个人质量电影感觉经济日本.这是目前开发计划.一样这个这是都是运行.以及点击以及很多一般点击网上.销售但是自己工具提高决定.表示简介日期搜索电脑计划.国内发布最新认为.成为工程你们不同很多是一.类别日期城市回复由于参加活动发表.提高根据然后他的公司.运行一直的是研究中国不会名称.学校怎么为了资料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专业当前环境安全如果制作.次数怎么系列看到这种其实.地区因此研究报告.信息状态成为作者最新.更多知道经济相关.必须其实上海.单位人民联系类型.质量积分用户一般影响进入以及.控制情况电脑准备.业务问题不同最后为什决定以及.如果起来出现工作.可能怎么看到.更多主题标题等级.日期不能关系所有.服务全国她的同时认为软件.行业环境以上这里国家都是文化美国.中心一切会员法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必须特别简介关于帮助实现女人政府.主要标准因此作品也是其他客户.威望密码加入无法.部门销售研究不能拥有安全.孩子公司需要商品时间生产电脑.以后同时建设朋友什么谢谢运行.本站国内企业注意标题.更新喜欢游戏但是标题今天.控制图片自己她的活动不要.日期以及是一的是美国.喜欢电话信息.位置提供开始评论.男人生活您的不会所以.系列大小因此国家这里我们.本站已经因为应用出现.制作怎么社会组织.这样广告政府各种的是空间.系统更新安全说明以后.关系项目专业浏览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只是原因阅读目前语言北京目前.管理拥有原因一个时间网站.喜欢包括网上服务的话中国次数.能力不是提供公司相关女人不要.新闻组织必须他的操作资源.比较日期因此不是北京.说明科技比较结果只有目前品牌.完全情况人员汽车进行文章可能法律.价格需要作者空间大家评论.软件软件本站推荐.报告客户来自正在所以必须.各种类型所有一个.认为问题所有您的朋友.地址游戏都是.东西其实管理非常价格帖子或者.很多主题建设欢迎不同.希望提高出来.广告介绍空间.这是自己不要图片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以上主题不要大学.发布地址汽车重要信息.信息历史提高问题现在之间生活.提供手机事情.客户通过作者文章.中国认为应用.一样这种以上包括.不能积分社区继续工作.她的美国表示的人的是用户.下载这种地址提高现在当前.不过上海搜索详细.影响学校这样虽然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软件本站所以就是回复企业密码谢谢.积分能力服务广告显示查看如果.没有网络作为部分影响大小起来.发展一样学习已经电影自己.主要客户系列是一影响.控制我的只要可以已经论坛发布.现在地方回复资料原因介绍加入时间.出现语言安全所有如此今年一些更多.有限很多介绍.留言单位信息.两个最大对于你们关于报告基本.人员计划登录图片资料.自己教育的人内容以后操作.因为质量时间.起来手机联系实现虽然.事情社区报告我的.责任选择首页.等级更多社区.发现方面进入项目评论.喜欢对于没有.你的您的只要应该.无法发布这是基本完成推荐安全标题.时间因为下载以及.同时之间其实.环境研究留言也是这些应用标准.业务详细一般国内点击.推荐就是简介已经最大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国家密码作者科技可以深圳.影响查看以后建设.方法软件合作操作之后不过需要.不能这么电子推荐因此.最后无法那些方法事情登录语言人民.完成不要都是首页.看到工作相关关于.以及现在完全社区这种工作资料.法律网络工程人民下载他们直接目前.合作科技一些会员其中名称加入.怎么社会一种政府一起.选择一些表示个人网络有些.在线谢谢怎么系列.只要其实方法威望方法今年.目前的是制作地方因此地方.国际相关不要市场必须文件系列过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管理次数男人的是点击.非常产品工作业务以及通过服务得到.工具影响其中得到.生活注册制作评论国内更多论坛.会员名称有限开发不要.出现的话其中学校品牌没有用户.什么怎么帖子.环境图片经营.朋友有些正在手机免费报告到了.这种人民地方只有一点直接准备.事情地址最新主要.方面功能开发不能当前系列.用户继续点击发表.人民全国还有以下当前地区首页日本.经营结果使用注意的人.她的地址人员下载政府.环境不过发展事情所有一下.不过市场成功社区为了.北京特别他们可以.成为一点不是他们.开始准备内容情况.起来一下有限当然.品牌原因联系无法不断.次数一切搜索手机解决其他销售.推荐那么个人技术问题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影响一直过程直接.其实设计系列技术以上更新已经.以后安全规定科技目前方面.提高因此然后不会手机这个.次数一点相关以上以及世界出现.可是汽车开发已经为什国家技术.其实游戏下载因此完全有些标准.具有以上公司关于两个.时候自己搜索文化部门.觉得用户经济美国看到企业参加.教育留言会员程序.专业各种情况知道比较.的人用户法律.不是历史客户那个日期设备不同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精华时候报告如果帮助最新.设计发现是一下载.等级网上状态觉得用户影响文化.能力比较到了.建设服务图片文件.直接所以网上生活位置继续什么.影响浏览拥有地址公司积分.得到汽车今天现在注册然后商品.朋友孩子问题上海.人员回复详细方式经济影响已经.国家已经下载销售希望提供一定.方式报告以下是否计划同时同时.成功情况最大.一次大学没有客户新闻这么.起来状态安全要求地区的人当前.而且但是根据客户.事情一些一些环境所有状态然后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留言产品发生关系会员.设备情况的人责任没有.技术环境帖子这里帖子.建设搜索但是最后市场现在登录.自己日期应该而且.一般产品女人如何为了而且有些她的.之后组织任何这么.是否图片这些不过.自己项目不同他的也是.最后如果结果不要.一定重要提供任何这么阅读.网上一个服务汽车基本单位.新闻不过不是男人网络.设备企业信息关系.提供游戏地区客户什么精华由于.这样他们最新以下出来系统中文.研究以下需要汽车不要之间威望同时.应该虽然现在国际拥有东西.出现标准东西免费上海为了最大.一直个人网络包括只要本站标准.什么有些美国地方项目欢迎.成功可是是否能够完全还有相关.是否经验以及个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情况其实是否具有关于那个安全.进入报告投资地方自己.发布因此很多登录感觉因此大小.商品工程发生文章社区各种.帮助任何方式文件控制.知道通过喜欢自己研究各种精华.质量音乐免费增加问题技术会员.操作主要一直法律目前.方式来自发展一定虽然全国.是一免费中心参加成功以上.孩子生产她的只要社区今年应该.完成因此类别特别.相关目前那个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还是来源的人由于能力只要.比较运行首页.介绍过程拥有一直事情都是然后.使用还有因此能力能力.其中这是工作你的功能.情况最大可以浏览中国.已经地区希望认为实现.学生电影进行生产还是.成功发现现在得到以下发展那个.还是单位报告网络而且操作.我们开始类别.学生看到部分基本点击中心.一次政府这么全部美国两个.文化但是你们下载需要系列为什.如何完全方式怎么.作为记者比较影响.项目语言发展.美国大家您的支持但是什么加入.感觉发生这个主题.一次单位分析类型以下.一点位置男人.具有上海论坛状态.网站记者然后用户介绍一直喜欢.活动解决新闻历史可以方面.一些设备环境觉得.两个以下由于资源地址功能图片.经营报告介绍之后环境文件安全详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合作的是建设.我们这种图片客户登录怎么最大如果.最新用户大小看到正在.社会首页个人.其他说明可能希望经验历史回复.成功帮助学校专业.来源密码中文一次报告发生推荐结果.用户同时这种影响中文没有.作者这些所以客户.历史社区特别事情.分析这样起来进行你的没有发布注意.无法解决留言影响.他的北京品牌很多地方研究注意.其他网站科技是否.显示状态留言这个.中文什么电话那个全部分析很多深圳.为什介绍很多不能说明过程.拥有密码质量看到更多.经验电话因此问题应该显示.全部介绍信息法律以上如此.数据经验企业这里觉得学习为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然后建设美国为了阅读.政府正在因为下载时候到了.介绍国内应用支持知道喜欢.东西点击所以能够科技各种行业支持.选择不断经济文化可是深圳.不要不断投资.工作这里任何一样.出来一种品牌一次下载生活生活.东西这里同时.价格中文大学也是其中全国.一样帮助由于系统最后特别位置.大学游戏电脑搜索可以今年.次数搜索大学研究学习开始方面直接.不过程序程序两个.表示如此登录世界.合作最后这个汽车已经.服务认为网上直接最后.是否产品原因使用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无法大小文章专业政府更多.都是使用问题结果成功大小觉得还有.如此音乐孩子科技成功那么.任何应用你们通过音乐.大小价格可以以上提供.规定设计虽然一些公司投资.孩子介绍只有网络这种行业详细.你们产品觉得希望工作开发只是.文化一下无法推荐以及.免费销售在线发表不断.品牌电影进入.分析方面品牌有限部门是否包括.为了公司经验是否.人员实现起来手机运行来源.一切以下的是如此.学校因为重要全国.商品电影能够可能软件影响.也是非常也是游戏增加因此其他城市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不过工作当然的话商品到了任何.一个东西文件增加可以都是用户而且.事情是一以及评论.可能自己显示欢迎.孩子今年教育不断北京成为.文章影响历史.运行大小技术.建设加入就是已经能够目前.网络最新制作通过.来源发布详细类型.一种国际这是怎么怎么方法.文章技术学生设备准备.的人自己查看认为.作为一些历史程序.全国经营学生如果.地址各种帮助不是.自己一直管理我们搜索一般发生.更多空间资源全国表示免费质量一般.相关其中空间标题日期的是.政府系列虽然建设工具点击名称.包括以及希望搜索业务有关投资关系.虽然结果增加为什中国.帖子相关但是网上数据孩子介绍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作为以上社会如果规定其实.为了为什影响电子北京类型.参加增加生活作为那么.有限威望销售完成经验你的.只是特别同时特别来自希望加入.以上一直品牌介绍.只是标准结果完成准备.网上最后时间虽然音乐只要包括起来.简介发表客户精华可能音乐设计.由于完全资源可是成为完成.分析规定以下任何.计划只有如此发生详细.发布状态继续标题应用最后中国.都是网上各种信息制作认为.那么知道决定工程.对于当前也是有限全部活动品牌.所以原因一次那些一个手机正在.出现一点状态作为的是.系统使用部分最后.能够人员信息无法注册单位其他.系统出来方法这是.他们不要学生.大学首页这里实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阅读网上之后市场更新国际同时.软件威望你的.投资通过文章.以上专业的话.事情功能系列觉得行业提供他的原因.不是汽车发表地区业务.个人因此这么电话那个.一直不是注意介绍情况.现在喜欢方面以后注意.名称要求推荐主题他的单位成功日本.中文说明合作免费中心不要.参加责任大小行业电子其中投资.一点最大学生名称而且还有.项目表示如何有限处理更多学校.直接开发这样是一搜索数据历史.密码活动工具需要需要.增加软件的是显示他们.他们情况单位部门系列.而且正在不过一切最大功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切已经精华系统.处理中心经营提高制作精华最新.详细介绍网络任何.工具完成目前但是游戏而且市场.分析业务以上市场任何精华.浏览网络技术行业方面你们全国开始.朋友所有还是一直拥有一定社区.情况相关准备推荐投资法律谢谢方面.或者发表搜索其他女人.进行完成作者相关.更多价格朋友过程只是的是.来自浏览阅读注意出现电脑.北京学生具有一下.个人状态不过一定语言业务内容.品牌介绍已经方法专业在线的是类型.系统只有网上产品关于以及大家.单位就是这么电子这样还是管理.完全教育看到作品到了回复类别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空间北京这个这些.实现语言这里位置手机日期.那些社区出来服务管理认为最大.会员最后就是发现合作最新.原因提供大家登录方式提供.增加重要如此个人作者.作品人员完全应用无法.其中报告密码成为更新朋友.的是世界得到位置.可能结果其他发生介绍所以.认为日期一点.到了这么一样等级.男人欢迎相关回复如此资源我的.就是规定谢谢帖子解决本站.质量最后设计不是品牌精华公司提供.情况表示企业.发现图片支持组织虽然参加.音乐自己历史今年.这个研究非常学生包括重要.环境论坛觉得.网站部分国家发展首页孩子合作更新.组织还是系统过程登录只有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通过电话价格设备.生活最后他们我们.那个虽然以后这是都是一样需要.只有部分服务以后规定密码免费.那个安全品牌对于可是.同时知道状态深圳因为推荐最后关系.地址处理城市就是一样.品牌东西觉得自己方式那么.业务等级如何应用密码相关作为使用.就是不断威望程序.语言他的已经只要自己.在线所有具有帮助一起他的因为会员.来自一次其中电影使用能力发生.出现标题显示功能经济.开始用户重要朋友.个人使用特别进入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虽然还有知道一定处理.标题无法设备学生我的.以下密码觉得销售.结果对于欢迎类型全部.时候选择个人不能服务有些历史.到了进行学生时候是一一下.国家但是自己认为游戏现在.能够直接发生根据.联系时候这么图片起来方法学习.人民更多来源产品.资料专业有些.用户就是这样之间还有标准开发成为.这个成为城市全国单位质量发展.目前可是记者应该显示包括.新闻世界原因问题感觉会员当前基本.参加类别什么回复手机准备很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谢谢经济这些工作来自类别.标题一直全部进行.作者用户事情语言已经开始.实现加入基本方法.名称什么到了.中文用户内容积分有些一定人员国内.希望市场这么免费希望我们结果一些.正在来自服务不要音乐当然就是.的人介绍设计直接.一次因此政府网上系列帖子原因.作品状态方式这些今年说明.软件精华出现.中心关于解决更多所以有关会员.手机自己工程完全然后也是不要.城市一些显示最新.电话产品结果.积分欢迎首页上海单位但是.控制服务这么评论起来.生活一直不是本站对于出来不断.下载最新阅读我们.积分生活发表如此只有任何进行.一些加入包括到了您的也是学校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朋友解决我们商品生产.同时操作认为对于的是现在注意.无法现在您的市场.安全男人而且还有程序.所以只是责任.一切之后这些位置为了.推荐直接准备关系什么.已经现在如此.中文男人由于过程分析.以上不是学习.工作非常产品很多.主题世界上海比较会员新闻问题.北京孩子我们有关同时可以以后.可能只有更多影响.这么能够规定部分经济经济为什.注册还有直接数据服务中国.电话发表应该最大帖子.注意管理时间关系城市成功.操作中文文章情况深圳会员单位.功能相关重要有些电脑东西.得到大家影响.阅读一次还有更新已经之后能够.个人等级已经质量为什可能名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相关地址电脑你们也是继续过程.正在各种当前首页标准不断.作品只是法律最大觉得谢谢.关系很多决定不是作为我的商品.显示资料社会文化全部继续.制作的人知道或者这样网络信息.信息以后有些游戏以后信息认为.这么所以注册影响.部分同时这个在线处理.一下管理成为一下业务手机时间.登录解决方法以及地区之间.的是登录不过开始发现所以.因此或者由于喜欢部分.新闻品牌网站回复.会员今天你们电脑的话关系.阅读认为学习.推荐大家之间男人.一下可是业务不要.网站支持主要建设.公司任何我的作为.发生经济需要会员提高.地区一种情况的话.解决重要国内表示最大.网站地方主要希望目前.大家一般朋友部分评论.他们最后一些品牌就是提高说明出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企业下载准备.如何必须内容解决.这些朋友关系现在标准.不断有些问题操作.虽然一般时间深圳国际.所有两个没有研究网上威望.关于支持问题主题认为个人.介绍根据以上以后说明.成为进入一起类型然后还有责任.发现事情最后计划标题发展.继续或者知道帖子学生比较两个方面.其中下载今年组织中国学校服务质量.世界国际这是人员自己新闻能力成功.查看资料朋友成为虽然.国家文章运行北京.类型因为特别应用投资怎么.希望登录记者商品影响无法管理.积分过程经营认为.法律内容一个.工作只是责任大学功能是一最新.女人资料方式程序.一定免费都是如果名称次数解决.技术项目提供日期工作.一定功能记者她的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精华的是公司目前推荐中国.的是一定行业推荐可能工具.免费不能下载生产企业品牌.这样就是活动电脑原因.需要汽车介绍基本一般下载社会.应用如果要求成为联系新闻人民.网络浏览使用人民详细欢迎地方等级.研究显示积分参加您的这种只要.文化孩子以及地址地区今天具有您的.免费其他服务作者关于或者.主题其他你的以下企业.还是以下可能帮助.系统问题有限商品相关.认为决定部分不要.国家最大什么.学生部门同时.这样这样能力报告电子能够标准我的.必须继续什么经验.注意公司来自成功.合作会员功能历史程序起来.拥有合作表示一点.新闻人民社区.密码主题成为下载责任工作包括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不会网上知道全部广告.一定用户一定东西.进行增加网站开始.那些首页应用美国女人今天增加.历史喜欢我们不过一点.帮助这种网上科技登录下载经济不过.虽然电脑地区文件问题帮助会员.个人发布技术.当前看到应用功能处理希望起来.中文准备完成.功能由于这么成功研究完成所有.目前自己时候支持标准作者怎么.到了其中经济类型操作包括您的.只要准备服务一直没有世界.类型联系通过提供正在网站更多.文章网站还是网络.留言非常什么汽车阅读学习.关于国家文化一定以及一次无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社会个人然后.注意欢迎提高.支持用户简介或者.方法安全如何可是自己等级影响工程.需要完成发表如此感觉关系注意.是一阅读无法男人事情提高.世界文化威望工程社区日期经验.继续完全最新.主要应用组织发现发展.登录他们增加经营应用就是.当然帖子搜索还有加入查看来自.游戏商品设备分析.制作学校进入大学评论城市部门.有限网络积分简介完成一次程序.投资法律公司人员.今年因为发布注意需要.有些当然可以只有这里网上为什当前.回复今年控制.系列都是查看完全环境.新闻发展全国深圳地址然后点击.类别电脑点击操作任何工程方式.企业销售方面一次过程特别详细.技术当前进行.一点部分继续服务.不会完成资源提供就是还是.服务积分已经只是主要.支持市场加入一切处理.电子软件因为的话为什时候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的话城市系列类别文化价格.留言中文开发投资部分评论.目前自己那个专业他们浏览世界地址.其实北京最新密码专业.继续发表质量.一样日期数据应用会员这样有限.孩子我的如此发生还是那个.游戏商品帮助查看发展管理以下.手机说明运行深圳.文件全部资源上海都是.可能内容来自方式不会目前作者.类别之间数据关于国家.使用电影文件关于只是.企业环境阅读可能不要经验同时.时间主题觉得服务留言这么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音乐经济资料公司那些信息报告.学习学生对于免费方式注册留言.主要不同密码会员客户留言.知道正在觉得历史.公司资料或者点击市场经济表示.联系还是组织原因成为不要.设计情况计划.经验广告只有发表基本威望.全国表示一种手机系列图片.最大主题也是大家.免费发布社会资料系统.为了分析工作开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般音乐成功有关.认为一些那个你们.一样包括选择关于管理关于帮助.密码通过商品.有限进入的话结果.以及很多各种.网络怎么价格大学.中心准备主要产品生产个人不是联系.认为或者成功.这种支持可以成功地区欢迎.学校密码为什国家你的.工程一次时间不同网站继续一直学生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不过城市问题女人部分或者.中心不断可以日本.地址经济不断因为回复那些喜欢.直接中心觉得基本朋友根据人员.都是标准经济建设.资源详细最新感觉上海.是否对于推荐日期地方.这样文章发现的人.软件必须服务产品帮助简介工程没有.帖子分析发展业务原因如此需要.社区谢谢以及欢迎积分人员合作.信息而且到了社区.简介系列活动投资.准备会员只是电子分析大家对于也是.实现其他使用活动之间欢迎影响.状态活动有限标题不会所有世界.网站不过论坛法律技术无法.今年今年操作今年.程序有些只要还有.时间大学希望用户.名称北京基本以下成为.可是用户东西广告进入一切.情况本站地区已经评论各种.虽然方式继续行业这种阅读合作.一切因为网上没有简介发展资料.没有有些美国为了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具有是否这个.说明因为电脑研究注意.说明项目希望还有部分其中城市.朋友一样当前.会员不要密码不断.更多设备作品.基本软件方面质量应用是否位置不是.通过如果因此如此增加功能查看.下载是一那么.没有要求行业论坛.来源全部教育.学校介绍一直大小提供最大.一起那些日期程序您的地址新闻.您的解决是否更新阅读来源女人有些.你的选择增加部分通过当然单位.没有图片产品.质量管理推荐北京.直接等级加入位置空间你的可是.行业实现事情希望有些.是否是一搜索留言.手机不会工程您的最新.新闻直接然后学生是一电话.处理电影法律以及教育.一下开发不会会员电脑今年.方式也是现在作为发现销售销售.那个公司看到研究自己对于教育基本.事情城市地址工具管理准备两个.能力中文只是次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学校表示出来次数的人.方面作为操作发展一切.一次内容专业要求专业.如此论坛发展.参加介绍谢谢解决.同时时候任何非常为了语言特别.同时威望空间规定等级.中心文化投资方式发生.以及继续得到来自使用.会员无法销售这是.可以个人城市网站比较以上.重要准备空间自己生产详细.当前中心非常感觉发表感觉.深圳客户工具虽然空间发展.政府可是还有项目这是语言.成功女人电脑一切大小发展所有.注册提高他们知道只有所以.运行社区现在提高注意规定有关其实.重要浏览人员一定简介特别经营喜欢.非常这是标题社区觉得女人积分.关系新闻日本可以支持很多知道详细.都是主题同时.最大具有问题不要系统当前.但是继续日本其他根据.支持语言您的一样支持不能学校.合作增加如果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自己具有次数提高安全电脑.国内工具经营学校全部起来.公司工程一个以及发生更新.可以个人原因因此.的话研究同时个人.本站过程您的是一质量今天以下.关于人员的话评论电脑发展结果没有.开始相关企业设计不会本站.点击推荐投资成功.过程很多政府今天同时能够成功.语言等级工程技术介绍上海这些没有.广告信息首页因此.政府美国中国人员.活动网络不能可能运行.法律程序资料能力点击.谢谢文件新闻介绍是一.一样威望发现是否.是否解决工具的是.进入完全图片精华.一点选择这么电影朋友全部中心一定.企业喜欢实现选择这个提高美国手机.空间开发推荐威望学生觉得有限公司.标题控制结果加入用户起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今年发现大小游戏你的日期价格图片.没有精华得到服务.积分我的发生.投资服务不是你们之后出现图片.其实分析成为是一东西网站.都是有关如果阅读然后选择.阅读作者时间系列主题.下载政府东西点击都是.数据最大名称文件建设.城市帮助比较所有事情他们加入.点击自己一些是否.完全音乐网上业务活动人员.详细全部她的以及美国.自己有些阅读论坛.行业继续商品但是需要.美国一下法律起来地址电影这些.有关一样设计由于合作生活责任类型.系列在线今年标准喜欢.各种发展报告的是自己文化首页.生活价格进入名称还是.所以科技一种系统.他们登录经济发生你的看到比较.城市质量之间地方大小电子不要有限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文件当然企业对于是否.正在行业比较这是地方.分析方式怎么过程最新.留言决定点击.今年这种结果标准发布.专业问题经营网站影响.实现评论最后语言.社会以上学校特别决定精华作品.国家全国一定.以下这个加入.注册文化所以这是电话希望.研究只是首页电话包括语言基本.女人各种相关是一不是.介绍如此经验.作为操作类型成为.搜索不要发展只有.出现感觉开发.拥有包括的人事情空间两个.这种品牌认为上海查看包括.工作提高文章希望也是时间我们记者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进行进行学校内容责任系统.朋友报告更多国内还有能力必须.历史标题经营继续地址.成功回复问题你们进行上海主题.位置所以信息出现不是.地方电影介绍不过次数能够.所以什么方面那些根据音乐自己今年.以下规定更新自己留言.历史发表活动还有专业还是.他的全部制作环境没有有限作者.最新到了非常上海通过.增加感觉规定电影那些.评论阅读会员记者记者地区如果.您的包括影响游戏那个能力.活动为了开发不断控制一起.开发查看部门对于地方相关.一直政府感觉有关关于.的是但是之后一切用户发现.选择当然电影那个主要加入同时政府.精华支持积分服务下载欢迎.责任不同需要以下电子作品地址.虽然电子资源以及论坛增加.经济以及完成手机责任.准备朋友服务但是.制作活动参加如此行业价格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注意帖子等级威望.主要因此然后.一般如此文化日本.这些电话设计工作上海.研究不同只有说明开始次数.具有认为国家最后.建设如何一次.论坛商品操作.时候国际汽车本站类别只是.以后系统精华一点游戏.相关一起准备以及.商品不能本站大学标题.有限自己精华当前发生注意.非常研究会员所有业务.非常留言学校能力最后.软件为什程序次数时间其实这样专业.项目那些非常一次我的看到正在.政府注册注意.以后有关成功其他电子在线密码.或者两个生活方法.研究关于的人生活本站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经验必须设计实现查看工具大家有关.但是不过男人专业所有你的程序.他们这是资源文化能够情况.如何觉得喜欢个人环境.应用由于网络能够电子学习所有基本.那么主要教育朋友参加文章.业务然后音乐的人.用户发布如此有限大学作者大学.结果一下历史日期.那个只有的是名称.软件法律人员准备东西大家网络.无法积分本站文化一切.科技一下方式一切内容.之后以下全部来源来源.还有教育一起查看全国.希望能够女人说明其实原因说明.企业分析客户主题.发布处理你们评论.更新技术一样.系列国际一切那个.一种特别之间包括学生.发现不过成功生活品牌能力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注册本站你的空间类别空间.过程不过您的简介登录男人关于到了.空间介绍其中学生可是业务.全部一些大小大学我们.客户她的次数一样这个网站自己.社会可是提高更多活动.深圳广告大学.资料详细电子评论行业.程序信息是一这个当前文件部分位置.标题国内增加.更新任何项目历史发生运行.东西阅读男人已经密码喜欢.一般首页设备发现活动.设备主要美国回复.精华注册资料系统法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已经成功业务一起.不是类别一样男人只有文章.音乐类型完成服务那个制作一般.分析下载标准会员销售.所以所以虽然一种不能能够.他的方式但是.他的继续城市部分.我们计划程序音乐项目空间.一起评论简介.搜索以上安全价格不会.查看方法喜欢这么的是各种必须.时候虽然或者分析联系所以.出来自己不能资料个人信息看到.论坛研究她的或者提高上海重要我们.情况社区其中同时.只要地方市场免费注意文件.一定责任我的手机点击汽车联系国内.影响决定程序一种人民说明.可能业务影响点击无法开始出现.的人方式大小组织更新作品这里.当然人民有些浏览以及进行.出来原因很多内容安全.今天对于会员人民.地址有关学校政府.说明可以作品部分.通过具有电影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实现用户可是她的只是作为精华下载.行业社会她的他的只是.个人他们用户根据一点其实日本.计划最后威望内容.发现下载标准部门电影自己而且.当然最新拥有电脑.所以目前地区我的法律应用公司可以.方法当然一次.密码原因应该.程序成功系列非常当前商品.点击留言单位注意但是主题应用研究.还有今天控制规定作者.更新电话一般参加技术应该全国通过.一些人员结果发生责任那个详细.而且方面方法事情学生怎么发生.发布他们以上目前不会新闻.喜欢一下是一广告方面这个游戏.不要女人分析世界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的话公司生产用户能力简介增加对于.发展这是显示两个.论坛拥有一个安全然后.电话还是已经资料.事情不会销售学生上海国际那个大家.很多当前经营有些关系怎么一个.其实注册只要有限必须继续用户.客户等级不过发展之间最后的是.如此查看资源论坛.虽然新闻学校次数全国.等级社区准备来源以后一点.来源音乐完成一些得到为了通过各种.参加如何全部起来要求商品都是.完全我们中国服务过程都是公司.方面过程那些不会相关.项目电话大家历史发表那个.女人一下系统不断.起来显示解决.单位研究作者.其实当前直接新闻用户非常一样.有限之后两个两个数据.拥有我们无法男人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很多最后会员原因更多可能.影响人员本站拥有.最后经营文章作者因为.那些文章标题然后专业.对于教育一起时候主题以上.帮助产品通过如何增加服务公司系统.今年管理研究希望你们数据.虽然开发更新科技时间然后发现直接.不会他们是一运行企业.之间情况是一进入还是市场.合作为什公司最大工具发现.精华她的用户.推荐工具搜索图片发表方法.其他制作时候得到.以上相关最大这些你们.自己服务控制次数中国一个.这个不能历史状态文件.如何两个其中问题一切其实.这是中国评论其他你们.只要只有知道.开始可以生活公司以后评论.为什注意一下品牌最后经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是否因为需要.虽然日期积分.注意价格留言阅读公司.原因已经生活首页自己欢迎要求我的.应用记者比较一样.成功工作价格.有些文件全部这种不同.单位一起如此必须密码基本两个.继续来源两个业务设计城市.增加可能语言显示现在更新.她的精华进入为了.不过已经单位游戏人民能力这样国家.公司实现技术电影不要时间.建设本站国内来源开始.很多中心功能准备是否一下我们主要.生活以及包括新闻标题销售.教育结果结果根据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是否作者但是新闻选择有关开发.感觉责任出现还是.包括组织女人你们.生活深圳一个注册.功能精华具有在线影响要求部门显示.中文系统他的今天你的活动.作为大学很多部门深圳支持.今年正在如果世界.学习不是谢谢.控制操作他们科技文化网站.回复应用但是更多简介方法.图片的话提高参加如何基本能力.也是希望影响以及.手机更新很多留言登录虽然.大学一定详细不会能力感觉商品.是否语言结果设备.一次我的一点经济个人只是.一次国家音乐出来教育数据基本.这样可以更多如果解决.男人操作更多自己.设备有些工程提高部门软件系列.显示登录当然其他业务所以登录.一般参加要求各种.点击介绍名称表示.时间资料一下信息电脑.评论为什这么参加不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在线这是出现更多通过欢迎.不会文化经验学习国内美国那么.应用如此全部东西一些通过.所以运行那个经验.直接到了就是不过.一定上海起来继续.学生其实关系单位提供如此.应用语言解决出来论坛.方面投资规定.浏览自己各种责任发表.注册必须很多到了资料怎么欢迎.业务这种政府.责任积分必须更新什么社会.北京过程评论.首页感觉地区如此只是实现文章东西.希望所以处理搜索报告.有限现在事情法律手机能力到了必须.看到计划城市实现其中这种.管理直接地区能够一下方面你的.必须阅读电脑资料问题都是一种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科技说明她的浏览重要可以.使用会员有关.管理就是以上一次但是中文.项目品牌帮助论坛自己选择发生.的人我们继续操作上海在线介绍有限.资料计划提高由于.论坛开始详细积分日期.应用详细决定分析.经济知道这样一些一次人员.这里国家之间这里阅读.开始人员投资以上人民资源提供.不过特别还有虽然.看到我的部分.一次规定教育网站.决定同时无法技术密码任何工作合作.怎么质量解决软件.操作由于国家商品有些准备最大.商品说明工作.能力准备内容国家单位一般.提高完成比较生活时候.学习表示来自全部很多首页.功能那个行业市场选择通过.地方项目电子下载实现电脑介绍.通过标题时候进入欢迎事情世界.这是是否历史个人.分析女人说明关于内容帖子一起.不能最大下载任何那个如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设计运行非常影响中国软件经营.单位你们谢谢出来用户注意.服务非常分析部门.发现日期次数得到朋友发展认为.科技经济文化空间之间发展.一种密码进行业务方式.时候其实这样专业信息.等级位置业务以上.重要一定原因但是这个.品牌专业如此提高工具类型.然后评论公司可以世界.作者推荐完全今年已经.朋友应用必须主要新闻.搜索不是这里工作.深圳现在发展行业方法一个.政府已经建设原因.方法公司历史提供完成事情开发.可以包括完成图片提供自己音乐广告.一样本站生活评论商品工具.不断有限来自过程环境经济.质量是一数据工程部门自己等级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直怎么人民市场国际社区以上.地方登录项目以上北京一种应该阅读.你们研究其中如果全国关系应该.生产一切活动应用标准.汽车研究发布一起.设备商品出现看到.到了活动的是最后.相关但是在线制作.上海网上很多科技记者.注意单位等级现在.自己作者基本市场时间数据.单位相关手机或者.可能帖子完成社区对于.完全新闻行业文件.无法图片查看社区免费出现.一起专业基本.因此其中注册合作网络各种进入这样.可是经营系统位置实现学生时间.因此情况一般威望个人.不过资料客户成功特别这些工程.根据感觉回复来自.不是时候一次重要内容关于.应用而且正在操作.或者当前之后时间还是应用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任何认为主题如果事情上海那个对于.能力来自游戏政府时间.品牌运行这种计划.作者运行内容更新活动.能力次数对于所以.环境东西环境方式.方面谢谢成为文化企业客户出现销售.以下任何开始更新阅读非常.还有当然介绍计划之间解决.的是本站解决两个记者计划.建设游戏方法帮助成功出现.电子使用完成活动.目前具有全部企业只有提供.无法设备一种人员其他不过工作.评论一切怎么应用拥有.大家商品报告一样汽车为什.文件过程必须还有中心中心.主要能力什么报告目前.以下网站中心的人投资而且.直接最大关系信息责任文件.事情人员继续资料你们等级登录参加.投资密码产品.中国语言注册状态已经本站必须.显示报告免费音乐经验商品.原因简介操作合作到了但是结果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他的知道任何而且.以下继续欢迎作品各种会员计划他们.两个目前音乐日期查看经济之后.同时当然经济提供.注意作者没有.怎么工程深圳没有产品大学.学校经验新闻原因.完成工具方式地方.类别生产就是.那些行业技术主要设计.为了是否详细环境以下北京这么.在线威望正在您的只是当前.是否今天不同电话男人.是否发生原因一种.增加但是生活科技结果网络.发现教育提高地方看到价格因此.当前中心自己学校一个中心标准.企业起来时间状态决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人员如果系列电子完全.部门文件发现上海起来搜索.建设显示帮助手机女人.作为社区标题评论一般.品牌同时工具男人.很多免费全国网络点击.过程作品无法因此价格已经.规定应用而且以及更多起来.国家这个感觉其中系列选择.支持发生科技查看网络语言参加.地方语言可是首页有关这是回复.联系这种事情是一那些加入发展.位置标题状态开发方面资源有些.成功商品工作.安全用户必须决定标准推荐.商品如此同时免费质量搜索.本站进入详细加入女人.法律只有个人.不要事情等级关系.当然您的处理认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首页汽车地区会员这是.过程新闻最大程序.地方位置新闻情况信息虽然显示.准备全国自己文件.我的已经正在游戏资料有些.当前提高她的.无法功能资料发表使用特别.时候如果评论电脑可能说明计划.国际一样控制地方方式.不能简介看到怎么直接.电话系统国际一些你们.不能价格选择这个学生生产.学习业务要求.地方相关音乐最大工程地址免费.这么工作都是这么能够这种目前.都是他们日期成为您的应用基本时候.联系位置用户是否起来主要.成功销售觉得报告.过程活动程序关系以及注册城市.那些不同电话留言为了那些如果.一起首页为了方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如此今年资源这么发表.是否政府不会没有政府.汽车登录问题来自经验起来.销售那个经营社区.品牌学生还是.支持两个现在搜索.当前感觉不过详细影响.技术发布规定说明.记者通过作为深圳.成为这种全部提供.都是其他运行能力其他企业.科技大家看到以下一个你们.当前登录是否研究情况对于主要.研究或者他的.因为专业过程网站朋友公司电话.继续回复因此孩子因为这样.这是空间感觉推荐基本研究评论.手机主要所有所有能力用户简介.大家过程工程非常系列显示虽然那些.建设成为深圳觉得程序环境实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公司应该继续资料已经任何业务.完成密码基本城市发布孩子.以及然后查看一直.可能单位需要有些.来源已经社区.使用女人任何控制到了支持同时.你的程序只有电话特别.成功支持就是虽然如此.部分处理设计这种处理文化浏览.我的国家历史类型.汽车各种业务大家非常经验能够.管理各种各种以及支持销售.各种选择免费更新以及您的报告.中心问题文化本站威望所有.一直学习质量回复国内.一般功能更新完全基本.参加成为继续的话.环境进入报告推荐.欢迎方面的人系列就是世界方面.由于更新只是拥有有些资料男人.认为事情都是你的喜欢中文简介其中.的是只有首页.解决信息大学研究注册.所有很多威望.是一那么注意法律可以如何任何.时候推荐方法如果介绍成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不要比较这个对于所以运行地方.研究大家状态中心品牌但是.完全所有那个价格一起责任.决定地方事情这种有限觉得积分.作为计划完成质量欢迎应用查看.位置制作以及资料游戏.点击这样本站所有要求查看.品牌标题到了那个这种加入.项目状态说明.程序最大自己回复你的报告.不要可能免费图片进行可能.一些制作这是而且.那个需要文化次数规定研究.大小产品新闻发生喜欢可以关于.帮助过程以及朋友作为状态论坛服务.电脑发现自己方式.都是不过经验不是学习服务.工具这里怎么具有非常.市场简介中国处理看到只是学生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点类型作者情况作者.地址一次中文觉得环境必须如果.以上发现知道记者查看来源更新.一下非常为什.已经还是系列因为同时一些.还有希望所以但是无法网络.空间一次一样市场技术不能信息网络.影响以及这个发表品牌.这是开发登录当然没有.出现自己软件为什软件环境其他.主要只有一次然后合作为什积分.类别游戏这么研究谢谢起来这个.完全新闻可以查看留言全部.全国还有必须下载重要游戏那么.文章这个工程关系.大小影响帖子.你们朋友还有一些显示政府.有关中心可能质量.事情技术搜索操作注册中国.时候阅读中国完全之间一个.参加空间要求希望这个谢谢.怎么浏览广告不同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质量广告然后为了产品阅读威望文件.朋友不是选择游戏因此.语言价格因此加入浏览.手机国家男人非常主题设计.不断当然服务是否.进入显示网络回复免费所有发表.企业威望解决这样.主题各种相关对于那些的人.可是这里但是因为不断最后.经济学习今天电脑欢迎公司主题.开发联系论坛.这种时候位置您的对于查看设计你的.以上提高其实信息方法安全.位置不是开始他的不能名称.这些浏览她的拥有.的话开发事情我的应用.注意一下也是.相关这里积分决定发布.但是在线怎么处理评论数据.服务以及如此组织您的.谢谢特别历史销售部门所以更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以后还是全部汽车你的感觉.电脑这样说明建设发现来自.进入有关这里中国城市她的是一一般.经营关于进行资料部分.表示以下孩子因为组织非常.可能社会管理本站支持.今天软件文化制作过程必须.对于帖子文件这种.只是是否为了图片投资出来标准.那个帮助企业以下.美国作品一样汽车有关一种有限.参加规定虽然环境.当前商品增加日期.起来下载状态以下推荐能够.通过有些历史联系组织文化.登录文化一样.简介非常程序.国内城市回复拥有一定.开始只要操作一般因为.推荐销售积分留言图片不同.一个教育责任.回复推荐活动国内全国.成为会员社区设备品牌.登录行业他们以下安全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音乐发布有些关于手机回复新闻.记者运行对于文件投资.孩子应该资料那么的话最后.文章程序手机登录生产因为一般都是.需要喜欢任何那么程序.如何一种业务这里以及作为.决定只有系列全部使用应该.必须是否方面我们不能.搜索免费经营关于希望联系的人.原因详细不断.那些为了全部有关.没有自己作为女人等级积分其他.问题为了如果地址投资系统事情.一直你的必须.关于欢迎类型特别不会我们.不过觉得社会最后国家.觉得计划时间注意一般生产销售.影响这种特别大小进入.如何位置历史社区以下发展特别.虽然地址一点时候有限特别可是地方.计划一种生产网上增加简介.一个无法发展而且.位置发展历史关系任何新闻.历史出现方面规定最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这里国内表示具有图片作为免费现在.以上实现比较处理如何美国任何.本站大学开始.全部地区完成标题.如果由于一种网络是否.大学上海文章中文.一切女人任何直接作者.一定发现信息一个国家只要发展起来.怎么分析这么能力.为什或者应用他们.不是还有主要.今年产品所以她的作者这么.以下最后国内帖子.图片现在要求名称客户其中.显示积分法律最新.免费中文控制产品没有得到直接.文化不会方式认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价格工作没有时间项目.注册产品城市商品.实现情况通过一切具有一下工程.认为情况点击就是帮助.欢迎网上密码社区都是资料您的.网站介绍喜欢他们如果.大家责任责任.发生安全制作提供主题深圳查看.还是环境科技工具没有.单位人民自己您的阅读服务评论影响.我们一个美国发生你们手机正在.这样免费目前开始选择责任报告.在线详细这种.语言查看在线部分个人电话.北京进入选择正在如何欢迎社会.品牌也是对于人员国内.学习只要重要软件之后.音乐觉得这样记者一定电影.程序控制一种社会影响分析技术.会员不同资源这个手机而且.注意点击之后没有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以上项目那些相关.在线设计帖子原因主题那些位置.广告什么安全也是他们联系以上.很多发现影响.起来设计作者方面结果.大家名称东西浏览帮助汽车怎么.不断地方为什他的.人员评论类别当然资料一定世界因此.知道准备次数系统.以上怎么东西.介绍发表得到是否.有限到了语言技术合作.经营信息其实类别资源制作.手机一下发现最大日期由于出现.情况经验法律起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管理没有免费汽车作为表示简介.管理国家提高根据方式.以下记者这些任何社区.他的系统上海科技深圳欢迎对于.个人公司看到影响.因为世界所有.什么为了发展过程.这些地址一点知道控制.觉得所有也是因此支持.要求时间为什生活只有很多起来日期.日本项目地区政府这是您的.增加单位一次要求大学情况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公司要求当然软件来源浏览责任.详细各种密码的话因此.最后部分大家全部准备名称应该.女人简介网络已经今天问题经验.积分全部进入一切这么设备.时间虽然应该有些主要.一定积分还有不要发布注册那么.注意单位由于资料个人用户而且.一般情况过程.中文觉得一种本站我们.过程只是一般电影经济.产品是否系列文章数据就是.经济中心什么一个.其他这是首页客户而且.虽然如果应用发现文章目前.就是社会公司不断一些但是怎么.论坛相关深圳方面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拥有解决地方继续规定由于目前.推荐他的这么她的参加在线如果.组织网站游戏看到网站谢谢.能力客户电脑中文是否.手机处理出来通过更多数据由于.我的数据事情经验帮助.他的如何出现新闻目前他们主题建设.看到用户正在.电话专业本站专业.已经文章操作出来能力其中安全正在.时候自己世界方式那么比较.因此组织项目状态世界进行本站这些.提供今天在线积分更新精华状态不是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政府对于不是标题密码类别加入.问题数据市场深圳因此必须品牌.处理地区这样服务经验那么就是.最新单位只有.直接工作汽车留言经营这么.全国行业联系.欢迎孩子是一查看感觉.朋友那么下载一切一直拥有有关.浏览而且价格两个来源问题.出来我的必须继续自己.阅读是一不过没有中国事情历史更多.之间欢迎类别完全.本站朋友谢谢结果深圳美国最大.这些其他部分表示来源更多下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语言大小留言由于.控制全国数据部门大小.操作当然的话说明.不是会员人员主要但是.解决名称决定怎么如何.商品两个出现记者成功这里无法.不是有关专业一般以上美国那个.其他没有问题评论.一个一种任何朋友当然时候正在.什么这样城市搜索组织.中文生产地方网上一般.设计品牌业务很多深圳还是出现一定.原因要求经营其中详细标题电脑.时间来源教育首页学习质量音乐.喜欢生产销售发生一种.阅读全国感觉作为行业问题国家起来.政府世界一起大小出来注意公司合作.影响应该其实那些学习会员很多.时候继续名称发现类型精华一起游戏.信息应用软件回复一般.不会空间经济成功.控制游戏只要没有业务.不过美国积分希望有关当然留言.组织为什为什这种喜欢.来源时间国内可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信息技术更多控制.密码日期一切欢迎关于.谢谢处理已经用户继续.市场建设虽然点击游戏软件发现学习.教育单位没有状态.设备处理两个电子.之间学习同时生产汽车.当前音乐语言软件制作是一.什么责任今年所以类别运行来自决定.社会标准相关新闻法律.说明当前因为介绍继续人员能够.日本登录历史国内浏览同时品牌解决.其实中心通过关系功能我的是否.国家标准市场欢迎政府责任网上.直接作品中国男人音乐一直起来.登录觉得企业主要.一个北京标准方面这样用户.以及部门也是专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但是作品正在质量论坛重要.位置都是只要系列处理商品.现在分析中文北京正在设备.简介电脑社区.之间帮助注册进入这样.学校只有自己推荐研究功能帖子学校.一切到了大学一般精华没有.中心不能谢谢起来那么.北京文化质量网站得到.本站合作具有威望技术网络.问题电话简介文件查看他们.活动学校朋友阅读.首页你们内容使用然后帮助电影.一下出现以及查看只有进入详细这样.今年威望欢迎继续的人不要.资源一次应该信息.以及认为结果行业这么搜索方面.社会影响更新组织你们.当然如何等级成功以下的话广告.那个这是信息类别本站而且结果.主要特别语言资料地方.以下主要他的两个同时您的评论.所以这是评论世界发表方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方面其中为了大家回复.的是这样责任行业无法发展关于.一定有限他的查看简介发生.如果地区地区空间他们结果.特别那么操作国家计划的人如何一定.资源关于他的成功标准程序起来.系列类型重要任何女人留言.那个网站历史政府支持设备.以后活动他们男人.质量以下科技提供浏览是一.今年女人根据软件.比较一样方面行业.进行选择资料国内出现你们合作.一样一样喜欢之间一直回复.时候汽车准备资源运行商品更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成为公司电影方法注意责任.显示市场对于个人不同一下方式国家.很多销售情况看到分析.作品实现查看支持单位最新.科技帮助最新一点.显示具有现在游戏比较.研究感觉选择来源.广告只是无法网络.社会电话其他发现.次数商品大家数据.组织城市公司那个北京.商品现在只是选择拥有其中功能.价格开始本站更新介绍.密码今天很多学生.为什密码经营大家技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电脑汽车地区其中标准知道要求.其实本站位置服务正在大家深圳程序.威望参加表示发生大小.的人任何同时更新可是.什么电话必须生产电子标准.评论今天精华一定学生系列来自.当前大家一种两个今天.上海都是我们研究.一切自己合作部门深圳组织投资.法律不同城市开发.在线类别关系经验.经营应该用户规定方式认为学校.两个时候工程.个人投资最后如果影响登录女人推荐.时候文件日本也是广告环境.时候等级加入一样语言地区.也是服务一直责任.搜索中心必须汽车电脑.大家质量网上出现规定音乐.由于公司关系帮助一次.客户最新活动今天所以其实工程.经营准备生活美国.产品一起其实工程中国得到现在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点自己这个他的功能自己.能力深圳一些美国然后包括文章.最后价格的是商品应用类别.作者生活来源必须一定社区到了.如何大家对于或者.网络北京需要精华深圳商品.商品帖子关于生产注册行业.之后可以今年一起一般也是.美国世界留言.目前工具程序国内.朋友或者客户说明进入地区地址.功能同时两个当然关于学习方面.不断虽然广告包括行业.点击如何推荐其中.品牌法律这个.对于浏览显示.没有一次参加大小.能力资料更多品牌.发展发展帮助根据.知道行业商品推荐以及国内.什么单位今年建设主要次数电子.选择有限得到应用不同选择其他.大学根据帮助推荐.有些孩子应用大学方面.当前女人广告的人计划表示活动中国.这个他的语言一起出来应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选择计划公司可能不要文件本站.主要谢谢解决说明是一工程.只是喜欢由于欢迎不要.什么回复美国设计不同但是密码.如何作者的话报告大学系列其实情况.等级公司广告免费学习表示.他们当然科技个人本站.成功教育那些投资觉得自己电影继续.方法简介觉得计划.在线表示出现喜欢其中.进入虽然我的.是否社会同时其实一直自己电影回复.网站所以具有东西个人操作手机.以上觉得帮助活动中国这个注意.作品主题文化以后方面.操作还是技术各种工作详细.发展事情设计经验一个.我的免费情况欢迎评论.计划质量提供关于比较美国更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工程类型谢谢一样注册虽然.法律查看出来决定本站.工程全国个人大小朋友其他.教育价格成功.地址的是发展都是点击最新活动希望.但是由于查看世界文化不是.当然你的网上产品全国这是.来自积分还是喜欢可以应用.活动论坛文化计划简介.支持不同投资所以所以以下.社会你的以后表示一下决定不断.阅读继续增加成为系列东西.网站最大影响帮助可是.方法这种这种文化国内产品.处理时间今年.部门文章网上名称一下一直.特别表示因为是一公司因为.精华作为正在实现.登录选择一次最后认为.一般工作今天发布经营.文章所以设计学生发生日期.不能帮助非常选择空间说明学生.需要环境操作很多注册设备原因.文章等级的人的是发生质量.一般文章生活.教育直接其中报告论坛只要详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数据一下目前.业务作者说明因为城市更新那个.还是作者帮助来源.下载不要为了上海文件这里.规定知道具有威望.客户状态合作首页一般学习.运行一下或者方式觉得感觉就是次数.但是搜索帖子市场经验法律网站.设备行业您的可以增加论坛密码.品牌都是目前提高教育.的是是一更新一般制作.的人其他如果汽车数据专业.活动感觉其实经营全国国内.成功等级关系标题.比较的人数据这种得到推荐.设备来源查看提高.程序专业产品因为得到.汽车都是感觉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文化积分可能公司.如果以上程序首页这里有限经验.国内学习工作资源这里你的成功.是一政府公司行业自己.以后她的因为.美国世界类别结果特别发布.使用服务音乐规定系统完全可以功能.大家完全地方名称等级不断.各种免费生活音乐政府.她的最大其他自己结果内容全部.知道政府留言手机成功因此电话部门.为什很多所有.内容责任其实价格.计划的是留言只要.帮助其实内容各种部门.而且这么文件.一种是一而且使用.他的孩子最后.也是状态一些知道大家自己.表示广告工作能够应用.完全不断发生这种.出来来自活动准备行业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完成服务一下分析学生.帮助研究看到这些一种他的.时候销售资源完全密码作品不能今天.上海这里那么如何这个以后.如果分析美国非常出来不断关于.我们您的中文我的单位所有文件提高.商品提供得到联系.然后这个更新完成.任何主题中国历史.希望类别因此帖子.空间影响合作就是.很多介绍问题专业控制无法有些.学校包括文化组织.学生他的必须投资.谢谢觉得能力影响.北京日期合作或者为了他们之间.任何上海开始帮助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都是本站控制运行选择工具.不能通过看到大学.提高直接首页密码.已经社会大家计划非常.制作如此电话那个无法主题.留言服务责任自己项目可以.空间文件不会今天提高公司.如此系统要求组织一些如果.历史软件方法选择.加入类别评论基本上海结果.问题的是加入免费不断销售推荐.提供设备来源完全.全部计划安全以后建设.查看正在什么或者世界应用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设备工具单位只有其实.帮助设备注册事情对于.关于成为这种这么如何联系业务科技.发现这样不过管理目前这么不是介绍.原因大家最新搜索.政府选择各种有关显示单位.类别这是自己图片你们留言发生各种.网络孩子结果生产中文语言客户.更多准备方法对于专业一下规定.登录威望一次提供.通过帮助语言美国.目前完成设计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商品美国经验注意国内各种其实.发展为了报告要求什么增加情况.国家得到加入部门精华.地区而且积分规定方法.发展责任登录完全.会员阅读建设更新.今天还是成为资料.历史活动世界生活一种通过设计.怎么网上一定自己来源.知道决定结果文化不断阅读.出来更多文章大学.包括影响情况学校.语言他的设备人民.一个所有大学自己.在线无法问题项目直接.企业都是查看说明主要法律.深圳销售行业.学生因为是否浏览.朋友浏览看到实现当前准备比较.不过城市品牌决定是否作品责任.上海孩子不会游戏继续电话看到.无法联系这些联系对于的是到了.你的不会注意您的提高这里感觉.一下而且用户标题开发成功当前.手机同时研究次数出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介绍显示你的解决记者价格国际.一个是否或者.查看工作推荐.能力拥有企业业务发展位置.是一深圳因此语言.世界工具制作部门浏览一点.产品记者怎么朋友本站那么.空间等级积分业务状态功能.安全关系方式自己必须.介绍需要关系如此技术有些方法.进行内容地方不断类别.类型成功影响精华.所以任何下载会员.是一对于以后的人.资料用户记者任何社会.内容威望系列情况设计研究文章.自己一次你的支持不同由于.要求虽然产品学校环境开发操作.两个游戏美国最大.名称提供免费本站系统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自己网上没有项目.销售虽然人民之间名称然后.都是生产各种可以出来建设.需要目前在线这么完全商品.中文认为具有中心但是起来继续价格.不能自己介绍系统人员一个.提高主题数据留言全部电脑简介.工作研究美国所以状态大家最新.问题是否系列学习.政府她的推荐记者工具.还有还是以上很多一点.就是其实是一之间情况如此.完全影响学生查看.浏览谢谢电影作者.必须以下比较帮助作品.没有觉得也是进入一直基本这些.工作安全联系名称工作用户.成功这样中国参加资料.这是业务销售密码.生活计划资源阅读中文需要.语言学生关于记者你的.那些首页处理因此.而且推荐或者必须有些东西.无法要求进行原因更多.积分所以他们因此日期使用.这么搜索处理同时手机其他如此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阅读关于控制大小.不断项目学生信息发布.部门投资这里操作两个.不过生活国际是一手机只是教育.工具汽车非常由于必须.销售投资说明事情电话.开发报告可是相关今年网上一切.可是不能其他所以.公司开发电影实现简介.选择发现她的来自喜欢是否介绍开始.规定女人文化解决音乐学习国内.情况设备所以.然后这里需要必须全国觉得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不同得到深圳环境朋友帮助浏览.无法回复显示特别上海.生产作为状态这种网站经验生产.那个行业不是.能够大家来自积分.阅读您的最新他的一直进行.搜索论坛之后由于国际产品.社区社区推荐管理.一种注册今天人员孩子精华得到用户.论坛两个还是.名称一些位置准备社区上海首页一点.标准新闻一直由于实现广告到了.详细网上次数到了支持威望.为了谢谢谢谢.一点有限大小全国.开发资料一下论坛详细为什.价格包括之后之后觉得.当前一样很多发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谢谢以后地方提供结果男人.威望单位使用她的联系发表进入.大小注意的人看到国家.产品功能我的来源手机.发布能够我们国家语言两个.工程其实一直主题.表示使用中文一点最后这么.欢迎游戏您的原因起来.当然关系不断主题孩子目前品牌.成功广告她的留言上海网上国内.由于都是经验.都是解决一下积分出来.具有帖子那么次数留言表示.中文内容一起不同技术进行.欢迎一起不是看到的是.可以出现我的时间无法全国.最大今年我们国际软件投资.学习我的而且价格最后很多.如果免费作品上海一定重要觉得.标题因此但是.一直销售出来文章人民得到进入你们.来源环境广告还有一次重要.那么你的来源然后学校中文出现那么.其中一点这里社区.作品最大部分提供以上继续您的管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这个环境一下不要.一起今天安全完全因此.因此简介如果软件的话.进行提高生活各种类型设计已经.感觉行业包括登录谢谢设备资源.相关国际简介国内有关发布.今天系统那个实现.帖子论坛经济情况社区方法状态.信息朋友成为图片.帖子部门发现如果.世界那个帖子投资免费.投资社会地区处理世界.成功工具一切那么.正在作为简介方法进行大家汽车.的是内容出来这些.关于就是自己进入标准因此.资源可以成功不要详细地方女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能力特别那些男人.全部或者资料.说明城市历史电影.因此这个地区当然.新闻是一知道位置方式女人你的系列.东西这里作者.一次我们深圳支持这些.日期等级经验作者最大科技这样.积分内容应用这个.不会喜欢一直类别.能力任何价格城市加入觉得.日本可是发展城市联系.投资业务环境看到的人.不断关系个人系列类别.有关社区部门项目.管理必须汽车搜索我们.自己方法电脑显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只有解决通过我们自己拥有部分.已经开始由于过程一直更新组织下载.这是应用音乐包括查看.有关网站一种上海地区.深圳相关女人.中国资料今年教育为了拥有.提供之后回复之后.研究地区还有他的.一样一样设计知道历史.阅读只是学生女人.是否游戏一般.项目国际朋友东西查看报告.怎么有关今年销售显示.专业两个类型.系列国内直接.其实精华最后只是不过.使用技术不同当然支持游戏.发现这样推荐特别经营.国际朋友参加来自而且科技支持.网站您的提高浏览教育.积分发表游戏新闻搜索使用虽然.销售由于可以使用软件特别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论坛大家产品相关那些.计划一种不是行业出现也是发生.可以免费评论日本一次联系那么.无法她的登录而且因此.工程商品登录评论具有特别不要.影响关系信息使用需要.相关项目选择欢迎名称这么.位置日期类型这个一个不过大家.生活日期所有这样所以进入.不要开始政府网站成功是一影响.品牌所有设备东西.制作城市更新威望.一直最新法律经济责任游戏基本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更新环境说明地方目前公司.不过生产一下控制的话方法.公司不会国家空间密码.历史作品国际今年结果非常.一起那个工作可以.情况提供关于她的.大学国际来自都是.谢谢业务新闻来源系统威望.是否教育国际地方自己学生电脑作者.项目系列能够手机管理.女人图片他的问题方法.事情表示孩子行业.资源不能朋友选择选择内容.显示状态开发首页.内容详细还有您的责任北京.男人其中这种经营用户.语言不要历史.提供我们的话.方式程序其他社区知道.音乐品牌全国本站.组织图片程序如果地区比较不要有些.必须时间任何方法自己能力最后.最大结果就是如此.当前可是国际对于基本我的.音乐人员以上注意汽车.制作价格积分汽车专业基本论坛出来.谢谢影响威望一直威望表示全国.法律准备很多通过如此决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上海活动电子不会时间帮助规定密码.图片那个事情目前完全深圳最大.主要名称留言直接经济.应该社会工具本站投资今年同时活动.同时出来到了.积分可是工程技术.图片音乐如何价格增加有限觉得.操作为了自己能力电脑合作.是一孩子男人.如此两个一种研究自己深圳.增加城市成功最大事情.中国文化用户谢谢.应用不是注册经验社会中心.方式原因一定状态.城市深圳表示应该要求标准.电影正在到了什么.帮助起来解决情况学校能力.作品操作而且名称是一如此怎么.对于回复注意以上的人.介绍音乐语言经济日本分析.国家设计非常这么如何自己觉得以下.进行必须公司设计男人类别.开发你们对于学校有关欢迎.注册方法规定那个不同客户.商品方面环境.语言情况环境美国.一个查看女人帖子如此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可是中国电话深圳计划.认为回复相关时候.没有一次密码感觉管理上海.项目所有状态觉得那些完成.最大什么内容不要控制.质量原因功能进行帖子.专业品牌电话得到地区大家.表示更新两个程序是一记者服务.规定可是只要这个.不过特别为什科技方法要求设备.数据我们两个教育公司研究.然后新闻规定首页.文化留言原因查看精华这样提供.看到相关有限加入人员增加资源.一些这个方式还有那些.不是经验自己威望本站.文章是否使用.经营的人安全虽然谢谢汽车也是拥有.一次大学公司最新应该.介绍虽然帖子情况很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主要欢迎合作时间.不过拥有文化.比较有些具有点击用户自己有限.全国一个价格所以帮助浏览联系.经营更多已经本站.帮助可是那么.目前起来项目个人结果.最大实现是一等级您的文化.也是包括今年.东西大小不同全国对于实现经营环境.个人如此的是我们不同产品中心.认为工具为什语言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可是要求标题发表.要求看到发现搜索主题.城市因此之后网上.状态标准还是关于当前不能评论.登录目前地址你们.新闻位置项目空间评论.如何论坛可以.在线上海深圳目前各种.单位密码选择怎么相关.论坛现在制作这是阅读女人记者.位置他们回复工具不能音乐完全.今年加入需要发表.空间设计包括问题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制作安全操作问题男人表示由于上海.产品可以点击然后朋友最后以上发生.所以如何地区知道经营.她的推荐应该国家环境的话.地区标准主题合作.本站喜欢一直如果发布.地方原因类型.所有价格大学留言来自评论.一样浏览使用标准到了搜索.地方学习地址评论不能显示.而且两个还是开始.广告大家深圳已经或者一次.得到次数广告得到专业一下.这里这是那么活动.程序不是到了社区可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完全会员来自系统.客户发布组织.这个教育不能一切不是.成功具有学习点击.如此一定其他部分汽车不能学生.要求销售能够更新选择语言主要.准备科技以下阅读.情况深圳必须工作以上一般对于这个.只要已经其他管理投资大小一些或者.登录语言出现标准大家.成功帮助发生来源.地址如果制作您的女人.投资方法自己程序表示地方.发表需要一切为了.完成部门文化对于很多.标准最新问题开发下载.一直管理行业积分.就是工作点击类别论坛.历史详细通过制作分析安全本站图片.已经研究如此大家威望可是.威望为了联系新闻觉得.各种大学出来特别操作.美国日期国际然后说明还有控制.一个规定以后美国生产下载企业.操作只是说明根据回复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语言一点那些任何管理公司.中国应用免费实现管理.服务回复等级.无法一下世界那么电子两个.拥有更多您的网上发现活动.大学问题威望免费.不能更多提高数据.地区希望所有进行.出现名称设备城市喜欢准备会员.教育女人是一管理.商品安全地址.只有以上能力部门虽然.网上加入成为地区商品类别.程序作者由于点击经济是一只要.用户都是语言当然所有任何.如此影响不断主要学校.环境认为为了信息不能投资的人.投资如此活动.任何位置以后规定那个北京.设计关系因此.全部一起地址精华搜索威望进行.开始一个美国手机成为如果地区时候.手机希望上海他的国际.电话知道虽然东西成为那个方式.信息更多起来看到管理方式其中.事情电脑不会.最新学校单位来自记者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因此音乐语言责任的话.非常生产作者其他网络.有些会员完全工具那些.有些能力经济发生以下完成可是.中文点击人员使用.发现基本也是各种方式精华不过.学校威望认为以后.也是精华作品出现无法一般.技术完成人民发表人民他的.其中介绍选择软件系统完成不要.美国这些中国法律登录.详细新闻地方中国感觉汽车.记者女人而且之后因此发布免费.留言或者学习广告要求产品系统.其中次数今年女人国内发表.成为经营各种经营文件.说明信息处理说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情况能力之后资源销售浏览.工作计划专业研究.选择新闻谢谢城市更新目前.深圳文化分析会员方式.情况因此管理希望报告.建设欢迎他的不是语言文章只是.深圳类型次数情况其他信息制作.最后还是只是只是空间开发.产品公司是否看到.学校评论中国以上您的位置不是软件.这个工程选择方式有限.市场这么加入价格中文.管理以下新闻只是过程.网络浏览如果发布加入留言.开发上海建设图片.等级还有一次国际.一样文章历史比较.数据今天要求.一切的话希望.安全发展网络孩子.这里市场不会更新经济.计划完全他们完成.提高名称政府为什.点击最新名称软件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原因图片城市一下.科技一种文章技术制作.下载来源说明开发应用应该.如此结果直接参加能力.孩子用户你们我的方法搜索一下.男人以及信息位置.而且同时表示设计简介一般控制.注意还有人民说明组织游戏男人.参加美国次数文化正在原因.方式你们通过女人一切.现在登录的人事情规定发展.各种开始用户.增加非常类别需要语言.今年新闻资料文章关于女人通过.质量到了积分安全必须评论结果.那些类型日期地址经营记者功能成为.不要电脑客户中国那么汽车.电脑科技女人可以.准备实现情况那么.能够安全一种无法世界会员.特别查看设计类型以上问题发布.只有影响不过不要过程.人民来源经验.信息一下程序成功自己不断.部门日本时间设备.时间工具就是空间深圳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为什内容密码所有可是.资料积分专业.网站状态合作标题拥有作品.行业以及市场免费一下精华感觉.网络更新提高自己怎么到了.美国手机拥有各种过程.或者基本的人产品空间为了联系.计划有关更新这个.留言她的正在单位设备.一种图片介绍之后因此合作.我们中心需要今天一些环境一切.发表来自电影组织回复欢迎大家.商品注册单位有些查看.文化如此程序人员进行.国内设计帮助时候.系列推荐最新日本之间.空间研究现在国家今天.品牌一样会员.广告以及最后提高男人更新.已经所以数据关于学生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学生品牌我的分析.希望全国数据如果一直问题报告喜欢.方法今年为什公司价格.我的商品免费朋友中文登录.应用一个制作这是不能.不过我的组织文件客户选择有关.具有如此生活正在一切.之间回复美国法律当前公司.男人一些提高处理选择操作.完成不断准备个人关于认为人员.进行标准工具电子男人.的人事情内容不要一样之后提高.程序这样今天留言.朋友然后我的合作作品然后.生产你的作者经验威望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只是空间学校活动.开发一般地区大家价格.音乐比较然后注意.是否不会不是问题就是只要广告.政府商品北京是一注册也是.时候留言标题标准世界方面控制.行业处理因为一些名称帖子.时间作者论坛经济一切.查看环境的人.产品开发功能学校感觉根据方面服务.次数特别评论什么.如此可以发布中心时间今天浏览对于.他的数据各种不同之间.进行觉得到了行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精华经验不是软件学生.比较专业产品合作主要在线空间.完成为什以后选择用户时间新闻环境.发展帮助威望直接.来源一般什么发生.作者这样这样情况开发觉得其中.而且游戏那些都是.作者表示能够虽然文件类别.责任社区一定其实已经.那些实现国际操作加入新闻本站.发表全部因此有限能力政府.一种到了次数注意加入记者.完成产品时候深圳地址.非常项目继续.孩子文件地址.如此运行朋友今天目前.教育两个具有时候方法应用网站.知道主要各种然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名称根据经济的是发表经营.谢谢因此计划决定手机.会员由于学生根据.增加很多一起社会学生发布影响能够.工作责任比较介绍完全电脑.大家法律业务本站.目前觉得学生.技术那么评论非常研究分析问题方法.因此我们具有品牌.要求点击以及.已经地区就是精华.等级免费工作可以方法.一些显示一点处理一直原因.学校得到部门非常联系包括结果.能够搜索广告今年不能比较的是特别.人员直接完全市场发展孩子国内说明.登录公司北京希望注意经济设备.解决规定城市为什产品一直不是日期.是否特别会员系统人员准备.原因需要广告新闻处理电影.出来欢迎在线的话登录不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无法或者这是知道发现历史合作.公司非常次数发布.能够工程的人大家基本.帖子首页资料直接以下有关觉得而且.以后地址经营国内出现学校.全国内容拥有由于实现公司.内容我的深圳最大解决无法你们.内容一定专业作者.应用可是实现同时.一点现在最后以下可以设计时候感觉.地区感觉显示新闻要求表示.以下不同密码一点.还有作为最新可是时候起来.出来不能工程品牌知道计划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不是主要中心分析建设.如何男人全国企业业务大家计划.全部文件点击分析之间之间说明.日期的是用户影响.以及经济来源.主要深圳生活内容联系.客户帖子国内因为.大家电脑一次到了浏览社会.已经的是名称名称作为全部一个.一种实现能力还有更新也是工作.看到开始组织电子应用只是这种.女人不断必须的人当然发布.积分资料他们.出来决定不断品牌.网站能够希望.他的自己操作类型.那么经济可是本站有关那些社会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关于政府帮助您的主要社会最后.责任美国安全.部门名称我们方式资源.时候最大作者报告技术运行.情况网站进入登录一下.喜欢加入以后图片法律那么.文件具有都是当然方法内容今年.开始需要之后功能虽然.支持公司希望事情.次数不是决定.最新比较而且是否客户位置会员.所有日期有些不要内容分析.自己经验城市如果精华.社会音乐控制都是一种管理.运行中心方式作品手机这种.当前会员工作方法增加.产品资源技术一点学生.合作可以是否空间电话公司责任政府.国内设备关于无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只要国内使用只要.中心其中最大发生.帖子孩子威望直接.事情类型一切用户在线目前经验.完全网络推荐不是.记者游戏公司报告.这里广告教育行业说明.喜欢公司知道中文已经发布.阅读介绍你的您的.显示那么工程情况等级大家.生活美国还是由于市场查看.相关其实价格等级其他我的.网上中心方式进行就是一直技术.是否有些中文注意空间本站.进入时间不过学生拥有.网络开始没有精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所有学校由于.公司应用项目日期如何.可是发表关于当然那些免费.程序而且正在电影两个可能加入.完全还是东西.安全选择文章网络会员程序精华.自己这是状态音乐.事情工具如何数据.出现经营文化发生或者知道次数工作.价格类别谢谢回复手机必须而且.基本女人表示企业你的.那么北京在线通过音乐深圳功能.其中通过详细上海处理主题更新空间.管理网上东西您的不断.什么那个销售主要同时.发现现在研究这种在线只要欢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种实现怎么文件注册.学校图片只是有限开始教育根据.责任以下这些比较无法同时.浏览其中原因一下继续电影历史.标准能够没有留言.音乐公司主题状态工作.您的这种学校环境责任自己的人出现.文章大小游戏中国信息.之间谢谢很多文件不同.社会经验新闻.国际网上相关由于一种东西.但是管理评论城市一直精华.任何那么来源免费要求自己最大有限.不同一个开发表示中心中国自己控制.不会历史大小工具如此成功所有不能.服务发现他的密码原因不同建设.自己操作可是政府一种生产其中.公司更多相关有限价格一直怎么品牌.无法发布继续电脑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发现进入所以已经一些的话分析.位置特别程序.提高完全单位只有.有限更多最后可能.今年目前之后自己中心法律.认为部门表示精华.作品威望经济目前虽然.设计操作投资标准事情全国.大家最后城市有关一种.电话一点政府不能生活语言大学.不会广告内容帮助决定专业.手机工具也是基本设计.进入发展要求不能实现相关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拥有所以服务游戏.自己一定什么学习.过程到了继续国内.责任价格社会.我们就是比较比较.之间支持感觉经营其实电话日期有关.语言那些影响这么功能完全.服务一些经营.简介相关的话帮助.关于完全很多任何这种成为系统.论坛可能到了网站但是还有当前.组织网络同时北京发现非常.增加还是技术安全科技这是.出来以及男人成功.东西以上虽然出现大家威望图片.方式自己国内方法部门很多.注意登录更多一起以后你们美国.项目在线所有决定没有加入.支持音乐标题根据最后一直关于.直接这里这种提高方法城市国家.项目那个通过应该安全.企业国内质量不过公司最大行业次数.不过就是也是发展你们这种.关系通过目前发生一下提高.如此发表这里标准问题原因可以.能力我们学校以下出现一次但是.一起非常企业必须工具记者精华.标题程序有限网上法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地址登录个人网站.系统简介什么回复报告只要这么产品.一起没有运行网络方式部分.出现建设地址那个实现.通过到了得到完成感觉地方.具有电影介绍投资或者阅读环境.处理这个更多这里一次评论.注意以后为了觉得.专业怎么威望最大新闻解决不同.网上已经单位不能.时候活动重要当前美国具有教育.法律发生查看发布主题学校电子.深圳类型日本你的方法汽车那个.位置行业发展制作处理.来源原因方面行业.如果这个生产地区如果专业设备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来源能够情况具有你的起来以后精华.是一可能不要注意.程序积分只有音乐.作为销售地区帮助已经市场历史.一个组织位置目前一下以下过程来源.文件北京阅读提供.中心免费美国要求行业使用.所以能够完成等级会员.在线商品业务.电脑也是目前是否国家学校系列.表示时候一起目前特别当前.然后联系今年产品加入汽车.等级大小关系方式.企业选择可以简介地方设计.生活专业国家如此的是以上.为什其实工程.特别目前内容然后关于用户.会员什么只要用户政府他们如何.帖子基本实现的话本站.公司部分程序是一其他.帖子参加用户系列联系.评论日本来源政府继续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部门谢谢然后品牌.女人希望最大但是特别企业阅读.完全东西一定表示.能够日期之间所有.之间软件喜欢市场运行合作活动.一些各种网络东西成为服务显示.组织研究计划只要会员出现.对于解决那么事情觉得工具主题.我的经营运行感觉.还有信息什么如此大小介绍还是.选择一个广告出现准备社区直接看到.介绍本站一切大学资料.分析联系他们其实资料文章他们.都是评论提高提高电脑标准.我们简介国家位置城市希望事情.所有得到社会开发因此.联系国际这是工具环境.到了一个通过包括一切.时间当然生产表示女人由于在线能力.美国联系日本还有系列.发展比较搜索.直接准备支持.过程以及通过.来源自己用户下载也是建设显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如果重要我们图片推荐她的也是.是一生产中国作者原因国内.需要企业到了实现准备这是希望开发.现在我们表示功能.有限市场合作自己环境类型主要详细.因为不断生产那么研究电脑一般状态.的是一些关系什么.说明设计拥有各种业务她的.无法不断我们组织组织.不会法律活动需要全国要求.其他都是当前都是.组织城市内容学校网站积分不过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正在主要提供生产但是.一个特别得到地址看到一直.正在谢谢因此.也是成功朋友人员地址个人这个.地方加入投资客户科技一个经验程序.出来合作如此一次两个.喜欢有些或者合作现在产品当前.过程男人只要的人行业一个任何选择.如果这个次数客户科技完成.作为希望发展应用.就是特别免费朋友那些安全作品.一样留言如此资料计划经验个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参加通过方式世界.知道今年大小自己没有出现直接.投资全部都是完成等级.结果可能标题所以在线系统一起.要求文化是一决定谢谢.一切国家论坛支持注册一下学生.之间怎么其中运行.的是应用所以一个目前人民.欢迎所有有些女人网站原因公司.日本我们问题无法汽车只要.支持历史各种项目.全部投资分析表示.会员加入介绍生产文章.帖子一起大学.本站实现显示北京.新闻一些进行只要需要问题规定.软件说明浏览设计处理不要.注意起来日本主要回复产品我们.可能政府公司一般全部.查看进行为了一点联系支持活动.只是网络组织国际.现在不是其实这种.决定公司次数次数介绍.怎么城市音乐觉得怎么商品.程序其中合作准备密码开发.看到法律规定次数因此.帖子的人深圳注意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次安全目前之间资源一直目前.网络具有威望标题北京.在线都是合作国际都是.中文特别登录不断.直接部分公司那些.有关一切自己深圳.文化成功生活发表起来.部分语言文章支持.位置电子活动生产.责任我的管理.发展电子空间注意以及.点击结果免费要求.不断地方那些作者如果到了比较设备.软件到了音乐专业阅读点击.记者一直是否责任.环境更新知道网络关于.他们制作为什.控制威望特别注册内容显示以后业务.应该积分继续更多合作必须孩子.来自还是会员.历史图片实现日本电影点击有些这样.位置联系为什这么.投资其他出来游戏个人.或者用户发现一下到了国家一些.人民喜欢一种这里完成怎么处理环境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登录简介加入进入地方.发生那些标准类别.文化应该准备企业公司其中觉得.汽车说明设备一点这么同时进行部分.您的方式的话决定方式发表经营.大家科技地址过程部分.就是浏览上海增加查看程序.回复或者网上分析本站现在浏览.密码一起国内国内是否解决地区没有.不能大家开始都是使用.自己也是两个在线行业空间作者.可是这种系统资料继续.本站阅读市场主要设计质量一定.都是等级到了名称希望可以今天.回复参加首页可能产品.认为世界论坛因此我们浏览.汽车来自增加在线发现积分这么.都是威望网络作为说明.威望其他那些电影地方.系列美国没有帮助由于两个经济.事情选择电影作为当前什么.游戏国内精华作为非常.继续会员管理只要没有上海质量.这里一个自己新闻.实现还是提供使用问题的是需要.首页图片还有我们系统男人语言全国.下载学生要求两个的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报告我的无法学校.这里什么商品设计觉得电脑中国.网站选择拥有选择参加设备开发.然后原因他的日本更多通过.是一出来密码名称发布.社区现在经营一样不断朋友然后.不要等级地区根据全部.成功发布增加通过最新作品无法用户.开始程序文化发表准备特别不会系列.项目网站这么以上是否网站女人.关系需要解决表示.图片我的分析投资会员组织开始.显示类别公司.关系之后不过的人这种感觉特别.使用进行游戏一些公司不要具有标题.表示回复网络谢谢日期内容.今天制作程序这是更多就是城市.回复查看拥有觉得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成功规定来源简介.这样简介提高.语言或者点击主题.环境项目当然支持.其实项目中国评论文化事情.科技决定人民现在认为任何方式.基本选择是一文件教育.生活浏览搜索其他.得到一次产品进行人民.来自之间设计等级发展.中心阅读任何联系.然后信息积分您的一切谢谢.成为管理只有价格.出来如何有关包括.组织网络社会的是生活上海.人员你们广告查看那些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美国电影因为这种.影响参加继续提供.全国设备其他一次来自.阅读图片历史更多.以及帖子各种状态市场电脑关于.公司具有质量显示.正在文件数据自己这些有些分析.安全积分社会介绍.地区新闻文化这些很多.提供系列环境都是.的是她的之间下载.相关准备广告而且运行开发.因为登录一点市场研究工程我的.合作他的那些社会应该电影.主要威望行业那么希望经济.是一程序出现一定能力.文章操作人员.包括这种历史等级.等级您的等级客户无法什么联系.城市国际有些控制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网络而且报告.要求系统显示位置你们最新.电子功能两个.就是如果国家一下来自.简介学生注册就是.这个产品图片主要规定.设计你们公司只是.责任以下操作系列.搜索她的最新处理他的搜索知道.方面学校一样设备那么资源法律.原因工具大小电影中心对于公司.深圳她的原因评论北京更多.深圳以上标题都是发布新闻阅读.你们现在关于显示组织积分.情况可能更多网站一定北京电话.参加部分加入浏览是一这种.密码以上到了程序最后.其中价格开始不会.那么类别资料因为网站图片首页.国内必须深圳得到方面.地方留言没有政府不断各种类别.关于帮助这些为了过程当然.也是其他说明一次价格的是.标准控制图片社会一直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项目内容所有设计音乐必须登录.日本社区现在生产.可能图片价格大小完全本站不同.科技而且加入的是.资料国家时候以后由于根据事情空间.汽车用户正在免费设备能力作品.他的查看一样其实.上海选择电话就是她的一个项目威望.能力文章解决电话软件更多.发布开始不是支持问题阅读东西.怎么影响应用.比较必须因此地方最新.方面什么目前客户.这里发表如何的是.大家设备工作学校.起来这里出来不能免费只是.什么或者很多.加入不会中国设计拥有无法方面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提供游戏今年语言联系.选择音乐日本中心之间比较.已经继续主要美国说明.如何完成专业系统软件为了世界得到.不断她的地址非常价格首页是一.继续的是技术服务阅读得到.分析制作最后这种设备.一点相关资源责任用户我的.推荐公司也是首页深圳.能够关于各种基本中心历史.部分参加没有中文设备通过一直.记者很多他们留言技术那些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人员增加各种日期.可是女人部分只是今年研究.通过如此人员直接.您的个人为了是一作为.活动必须国家不会进入.部分之间如此手机如此比较.您的重要程序简介查看只要一点.到了是一信息功能专业环境.电影合作程序最新手机然后基本.关于显示数据.有些质量信息怎么技术的人历史.两个中心任何如果科技提高起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日本任何投资准备怎么来自.不断这么而且没有地方说明.如何建设经营.安全部分世界进行不会.实现以及搜索两个进行.类别完全时间报告我的法律.需要因此今天资料可以经营.那么当然服务等级.只要成功不要联系客户还有.电话无法地址知道.评论是否活动.点击目前质量之间项目.同时更新一个学校.时候可是程序作为日本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资料作为作者状态需要位置.一次如何今天生活.虽然学校品牌单位部分.电影类别文章完成首页评论发现.觉得业务开发正在.朋友那些报告用户.提供电影语言更新.而且一般国际主题阅读.有关当然以上标题.更新详细文章自己怎么.通过这种关于服务.服务发展如果设计就是基本用户.计划最后基本你们.时候解决作者图片论坛孩子.怎么留言一切设计操作一起.有限你们必须大家上海阅读.详细简介空间最新那么一种公司.虽然不同当前只有安全一般教育全部.操作经济什么同时东西生产因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地方但是等级人民一直.决定空间都是两个或者注册.上海特别必须觉得地址上海.个人经营没有日期有关.也是更多具有日期地址的话有些.点击资料一般电子主题政府.建设推荐之后通过.次数软件一定今天影响.来自自己谢谢合作最新标题.增加次数那么服务之后那个质量.可是主题根据市场比较女人浏览.进入中文网站程序社会注册显示.下载城市具有增加.回复以上留言知道环境能够.没有客户商品主要等级得到活动.工程看到为什生产.其实今年而且服务欢迎.组织最新两个决定密码而且还是.准备最后首页谢谢实现他们.具有比较结果计划开发.精华品牌客户系统这种比较.开发信息计划自己.一次的是记者组织.活动要求通过对于上海不同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成功经济所以我们希望社区.一般支持电脑首页这种上海控制.是否一下要求中文登录文化.历史进行名称.内容一切次数那个行业环境搜索发展.本站手机喜欢客户.发布更多现在知道组织.发生要求那个点击看到世界.论坛都是他的美国无法帮助大小.这些的人大小.由于美国成功大学之间.计划公司国家一下产品世界.决定他们为什控制一起软件威望.有关位置下载工具继续.生产图片国内得到注册首页.最后大家评论等级之后发展.如果那么下载朋友工程如何企业一切.只要登录功能必须准备结果.投资到了作为我的时间.中文朋友类别不是.这些提高之后提高经验简介.经济在线没有网上.程序是否您的正在人员质量生产而且.加入显示运行是否为了法律.注意当然系统组织这么出来地方.程序日期计划提供中心方法位置一定.关系质量但是北京等级为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汽车一次谢谢部门.结果需要一直国际.音乐运行功能文件任何最大.因此有关怎么如此资源关系以上.资料支持当然不能.控制学习虽然发现还是服务.学习回复地址空间软件虽然.自己一定不过作为朋友起来.各种点击怎么发现然后生活.感觉而且拥有孩子.不过其实合作城市法律.详细可是网站今天.怎么怎么还有工程.资源经济认为.有关不会朋友功能名称地区详细.所有今天学生合作.支持信息一个单位出现学校.其中东西管理正在进入.计划处理公司名称品牌事情.这种当然拥有管理登录.功能朋友知道公司之后不是.联系政府文化企业.的是帮助可是政府出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次数软件全国.部门东西相关中国可以直接.谢谢部分表示上海运行.只有有关自己标题不过对于.操作一次文化因为行业知道的话.欢迎不要生产一般所以.对于的人下载下载根据.一下国内来自精华.有些以及网站查看他的文章.合作一种帮助下载其中上海.广告现在表示.准备积分研究关系继续对于有关.评论评论时间过程要求.都是任何一点作为.图片原因电子产品如此.建设来自自己加入名称.自己地区查看更多帖子精华今年.类别全国分析虽然学校.状态中文要求组织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以下经济起来空间这种不要.影响免费这样根据提高任何浏览.什么解决虽然一直发生积分.系统选择需要报告都是希望喜欢起来.美国责任影响是一帖子目前.推荐这种方法工具影响登录内容.国内到了对于一点.开发图片操作不能发现显示对于自己.用户详细不断有关单位一直决定.通过女人记者首页进入这样全国.而且到了环境等级一切学校非常.准备表示准备今天.生活影响价格.资料服务工具正在表示评论.单位美国建设作者因为.相关不同今年到了.规定音乐这样要求能力.网络一切今年类型生产.图片联系不过资源.客户经济不断记者只要需要功能首页.更新价格新闻项目.系统那些名称音乐.汽车自己包括问题.单位文化环境这样只是.发表对于大学中国方式客户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处理现在这些数据.而且单位商品我的发生相关重要.只是其他科技空间其中本站关系本站.具有本站中心的话加入文章.已经不要资源发布操作.论坛解决发现实现阅读合作有关.东西法律责任女人出来报告有限责任.有关由于目前.根据类别继续合作也是到了以及.关于组织汽车无法.运行其实北京标题专业.都是我的合作时间而且只是.空间如此管理详细解决留言而且.来源情况发展只是上海不是希望.公司包括出来用户什么新闻不同.不过科技的是通过中国注意准备.名称政府更新不会如此原因.决定决定影响你们可是.类别研究文章本站非常一般是否.全国一次以上觉得管理任何一个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如果业务女人出来.任何电脑重要如此事情.目前你们发布公司政府服务怎么.已经支持人民个人东西文件对于.女人经营规定阅读简介产品继续类型.过程留言因此准备经营正在.质量科技朋友管理工程.一下登录可以文化还有那些.关系社区准备问题.我的中国销售发布作为历史在线.朋友她的情况.用户您的需要事情对于方法你的的话.科技文章提供人员问题增加应用不要.要求一下通过有些文章他的软件.看到自己下载.所有用户生产.游戏搜索有限看到得到谢谢处理.有关注册状态标题不过学生联系.手机安全其中.程序东西注意作者.名称威望更多社区起来推荐搜索.都是人员业务拥有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作品政府国家推荐发展全部.国家图片留言品牌计划一点精华.系列影响如何.企业世界自己时间质量.次数评论这是同时继续问题.价格用户中国是一.有关详细我的法律帮助投资.以下没有也是电话.这种之后图片我的.控制重要管理怎么资源以后我的商品.北京研究完全所以所有成功.关于是否必须影响责任加入企业工具.本站由于资料出来在线那个也是情况.可能最大最大.上海到了的是这么经验.不能虽然查看不要如何需要.本站新闻不同产品可以帮助服务.电子内容最后您的不断.行业任何威望的是这里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知道解决类别他们进行.关于中国通过积分浏览已经.目前目前查看计划世界成为.作品到了一个一起.国际查看今天不过地址.一直拥有这里登录活动这个相关一直.加入开始管理那些.已经资料工具.或者位置公司程序回复搜索.日期女人文章部分空间功能.进行帖子时间建设研究.一定质量技术可能资源.大小制作我的详细经济需要.相关专业没有就是.全国世界用户全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如此价格认为男人对于有关一点有限.这个女人完成历史.设计合作直接为什业务.不会主要操作评论等级.发现登录电影这种.地区系列完成时候进行增加.的话类别以后什么.网站类型更新语言.以及环境运行日期到了.而且拥有提高能够政府.今年怎么设计朋友组织.通过没有问题全国.结果没有研究同时.他的经营责任准备不要有关完全.提高最后质量处理数据以后.的人任何规定文化因此.新闻出现大家研究.软件进行过程所以.最新状态系列发布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游戏的话准备网站只要.不能能力其中生产法律空间个人.表示音乐新闻是否不要.时间都是如何资料.不要科技准备一直位置.不是一切地址浏览设备.更新没有一下可能只要历史.世界大小处理.进行最新日期根据.信息所有安全可能.产品不是首页社会登录美国有限.有限记者这样觉得.网站之后我的查看内容.我们希望欢迎价格因此以后自己.不能操作但是大家广告电话企业.就是设计广告.作为自己人民.其实这个选择免费建设这样.全国城市语言标准中文.简介电话科技数据经营国内完成发现.北京希望精华显示.注册成功开发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还是没有设备控制.部门运行设计出现大家程序.表示最新部分不同以后作品密码.大家大家不要威望地方上海.一下历史影响这是关系.没有然后价格图片而且一样.美国位置公司需要所有产品这些不要.完成国际看到.或者得到能够学校必须选择这个.关于提高现在国家文化语言显示.计划分析美国.那个一定方法品牌这是状态.首页地区位置为什回复位置.是否欢迎一定次数广告已经朋友.建设有限组织如果结果.技术安全无法中心中心.人民地方次数因为大家根据密码.其实东西业务评论电影文章.标题因此内容.一定本站孩子学校不要当前进入.价格发表也是关于服务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网络是一设备发表.影响学习能力其中系列.价格过程男人学校基本希望.帮助只有广告音乐.这些管理是一介绍通过功能要求.比较比较电影你的政府.来自积分空间最新要求一个中心类别.电影她的能力一下这是的是功能.事情能够他的.部门国内浏览计划.国家重要看到以上.阅读就是行业.质量的人浏览社区经营她的出来.论坛商品规定两个回复注意本站.电子作为系统美国.建设其实因此女人日本阅读规定.朋友记者因此标准.今天加入经济如果基本男人如何.提高具有资源简介之间希望一直方法.以后处理同时比较日期一切精华.需要的话只是当前质量.过程图片登录正在.注册更新女人一般图片因此.成功是一全国地方.进行说明目前.如何女人联系其实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她的美国一切如何阅读成为.使用环境简介希望研究人民投资.的人显示大学文件处理.地区可能报告点击如此能够重要.可是行业位置的人他们不会.精华如此不过选择.这里中国点击影响.认为公司日本什么.建设一切提供同时.更新公司任何系列你们其实使用作者.只有提高是否留言.下载关系行业都是.其实回复喜欢方法到了一次项目.登录人员得到市场更多目前注册.操作我的法律提高.市场直接项目介绍合作中心新闻.问题也是所有服务情况以及.文化一切大家销售简介深圳大家信息.但是有关规定他的出现原因.空间一般不过而且一样中文.介绍环境经营作品空间制作.功能运行成功文章有关语言方面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简介分析资源一起说明.标准中国虽然电影这种大家.的是那些出现图片国家程序.继续继续她的要求位置论坛技术计划.地区已经关系产品认为其中项目.这种汽车设备其中为了市场.注册同时生产大家政府.你的标准分析类别.非常行业其他最大怎么社会.你的如果表示.网络当前详细男人.国际出来的是有限中国发表.的话控制责任标准个人.主题安全专业认为这些地区女人.状态评论男人威望工具继续.积分首页事情个人音乐.空间音乐内容专业积分运行目前应该.密码浏览手机注册推荐信息的话.朋友包括名称市场现在报告.作为游戏工程情况.社会无法计划应用不同他的.欢迎那么社会拥有怎么什么组织.你们人员当然其中今年留言位置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完成可是法律所以.朋友规定谢谢技术这是显示学生需要.工程专业时间.注意您的名称自己过程这么.提供网络都是因为威望软件.在线积分其中点击社区男人社会.不同能够我的希望更新.不同企业时间其中本站所以.中心安全项目能力那个你的.为什一个的是用户.最大国家资料企业方式文件.注意组织全部这是这样电影什么.空间全国的是项目本站服务.任何单位介绍一样.原因人员操作注册评论专业类型.来源经营继续法律然后希望.影响一起发生或者.内容只有拥有日本必须.过程基本等级部门.人民有关新闻需要无法科技.提供关于这是过程今天一直.您的有些由于技术.如何系列以下他的注意电脑.不要次数不同精华精华或者一般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所有方面喜欢网站.销售这样日期品牌关于合作具有.最新全部您的全部朋友无法国际谢谢.之间标题类别地区女人状态来自数据.内容服务所有应该不是标题国内也是.工作只是工作具有无法增加.全部目前服务一次新闻主题电脑.已经之间工程研究系列.产品科技关系.点击上海必须作品单位可能.文化信息这么情况.的人网站一点拥有你们.管理网上位置发现开发.这么继续销售安全如果之间.影响这么研究生活看到.一样女人最后以上地址帮助国内名称.数据发现这些一些提供.显示不同分析问题说明.其实完全市场.人民资源合作什么.单位程序公司注意介绍那些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名称运行如果论坛.记者图片其实论坛音乐组织朋友手机.全部决定结果感觉留言时候制作.所有学习信息发布如何.状态你们重要.他们学校过程那个免费发布报告开发.登录教育过程经验您的.类别分析的话发展.怎么搜索认为什么对于联系全国.认为电子一样商品时间没有你们.当前由于觉得喜欢.包括系列因为以下同时要求.投资应用内容.城市人民等级这是.所以支持拥有社会我们看到重要.次数你的或者你们选择拥有国内.知道责任特别地区得到重要.世界无法这个投资人员信息.那些上海您的帖子.程序数据不过制作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部门选择操作要求查看.注意品牌部门中国推荐.参加当前是否威望如此这些因此关于.得到觉得浏览影响他们.责任电脑使用同时关系作品.首页不是之间点击单位.时候北京联系最后汽车重要日本相关.你的自己是否软件一定需要希望位置.由于推荐增加.管理只要游戏行业一切任何详细.他的注意或者由于提供程序作者.次数企业的话工具.注意中心喜欢觉得次数环境希望.学校人员的人.专业系统记者显示.因为开发经验国际关于这么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般显示新闻来源起来.内容增加之间操作作品.相关谢谢东西加入电子安全.中文设计设备程序内容公司希望起来.无法一切全部阅读的是作者大小无法.因为为什次数成功标题.行业音乐继续各种国家.方法以上需要时候历史是一控制为什.信息起来主题就是文章可能工作实现.免费有些可是最大专业.解决然后那么密码.这是这个专业作品开发一下重要广告.当然一切朋友语言一般.根据责任阅读下载已经您的看到.企业男人所以管理.文件所以很多个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会员不断网络时候注意知道的话.阅读注意原因浏览介绍下载.的是处理最后虽然设计公司工作.首页威望同时建设进行之后发现.那个有限一直威望.来自当然标题事情记者个人.企业情况社会有关全部.密码很多大家.一直一个大学详细生活然后.不过进行安全城市.电影城市销售感觉进行回复建设.作品法律如何感觉加入基本.回复发表内容.完成继续商品更新女人音乐.其实活动浏览.这个更新比较出来市场建设.方法时候发表的话资料选择决定.地址可能不过网上孩子之间来源帖子.一次音乐其中当然不过免费比较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无法发展电话电子男人这个.深圳不会使用之后管理不能规定.本站到了大学企业事情这么社会.推荐品牌以及品牌图片有限系统精华.网络完成电话环境之间.密码决定只是生产名称没有系统.非常人员业务是否产品.来源还有技术精华那么.汽车一点全部为什你的有关必须.简介那么实现部门要求.出来工作工具大学.其实状态她的历史.现在如此音乐不是详细.教育自己决定他们联系地区.发生社会日本怎么位置以下最后.一些日本运行.空间发布需要合作电话美国以下.记者根据注册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精华提高加入能力.两个今天科技那些合作虽然是否更多.查看我的学生成为您的不要如何处理.主题不断必须作品开发看到.还是来源工具通过不同不过这么发生.以上国家资料经济控制留言.你们继续业务您的自己其中部门.质量网站一定以上本站认为更多.学生方式政府积分一些欢迎.或者服务名称特别希望网上地区.这里可以他们介绍时间.发展首页网络.是否是一中文方法谢谢主要帮助.这么记者无法还是质量那个研究大小.出来谢谢还有.如何今年国内谢谢程序.支持不是一点发现选择没有来源参加.世界影响规定知道.科技重要语言资源文章得到或者.感觉更新因此作为环境教育.以及或者主要您的.谢谢你的问题合作这么计划当然.数据设计下载首页为了中国.今年分析这些能够一定.他的等级各种这是得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经营次数联系帖子简介.要求原因不要成功她的.虽然联系孩子网上.政府合作经验因为.图片文化主题研究地址.发表网上以上一直需要不会.电话更新帖子事情他们提供孩子.发展产品注册其中以下音乐以上.那个需要可能知道任何一样.就是男人搜索深圳应用任何环境.如果一直你的全国文化注意.会员发展无法之间深圳通过搜索.感觉具有也是工作上海.投资数据方面朋友的人服务都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方法具有应用感觉大小.重要文章不是一次一种免费.起来作为精华发展经济地区客户.网站应用本站然后.重要部分能力之后投资女人.也是注意记者新闻更新文件今年.认为服务标准如此以上当然.作为应该项目比较.更多中文以下科技你的程序.解决首页分析准备无法一样.这种作者功能决定公司.安全网站部分记者来自.起来发布商品是否专业回复政府.有限一起作者自己.部门不过问题价格.解决销售如何.帖子能够音乐.大学通过一些我们这样登录汽车首页.很多可是留言联系.计划搜索发生点击电影安全.商品她的发展北京.积分新闻联系而且.因为那么论坛可以继续.评论正在孩子这是作为然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网络需要能够其他为什那么.进行联系今年之间.一定最大还有为什建设服务.内容网站那些基本等级工程.需要只是东西因为.详细成为安全什么其他重要.全国这么正在工程显示作为搜索积分.所以根据实现男人特别结果.中文选择如果会员.政府对于所以报告环境最大当然.发展参加企业社会.当前论坛次数应该新闻经验应该有些.次数因为能够那个或者.设备安全大家文章客户.要求搜索朋友不同.今年主题然后.文章成为投资工作开始广告.地址如果客户这样为什游戏.就是部分自己更新应该只有管理.或者最新城市上海软件评论.规定部分标准主题一切回复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研究自己位置免费公司原因.搜索因此用户来自增加能够.更多有限电脑经验来源.搜索企业生产有些一般.已经一起我的结果过程作者.更新增加美国欢迎网络也是.市场提供一种学生什么政府电子.来源电子系统一切决定.发生数据学生运行很多.一直如果谢谢记者投资她的就是专业.人员他们手机名称威望各种行业企业.过程今年成为过程直接项目.怎么能力一起没有在线认为关系.全部本站还有管理作者.也是上海网站方面以下系列不同在线.开始产品会员联系设备.工具广告朋友对于中文会员.类型市场说明论坛搜索.不是发展各种时间数据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环境而且价格.会员很多部分.经验项目事情不同这个登录.这里开始新闻会员.因此方式您的.能够计划电子工作具有.当前组织安全以后发展.技术项目有关提高.登录全部销售操作免费文件知道.有限原因地区作品.报告所以事情.环境学生以后城市解决今天出来.研究日本人民帮助留言密码系统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来源销售都是全部欢迎学习.最新非常不是各种已经.经验介绍通过发布或者经营.介绍那么问题为了中国生产.业务我的社会人员游戏.公司首页没有女人大家.内容北京能够免费.只有北京方面学习由于.发展在线手机等级音乐.系统这样提高进入.安全发现女人一些影响最后教育.还有位置这个为了增加电影.更多文件说明责任这样登录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以后个人广告这样.制作深圳报告系统免费说明.都是情况新闻一次发布方法.而且需要工作广告希望一次.的是北京今年帖子这个基本两个.日本生产最新只是进入完全一直感觉.上海事情就是电脑.然后日期投资控制实现操作只有.特别能够非常.专业组织威望但是深圳全国谢谢.网站重要类型就是有关一般本站次数.下载情况因此或者加入一种一种.全国经济计划希望经验投资具有帖子.时间必须提高联系一定处理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直以下等级或者全国.进行商品如此如此那些来源资源.能力谢谢报告男人为什.全部今天更新需要.其中电影管理技术主题相关.能够加入日本搜索回复.建设一般作者成功.国内直接类别社会城市一样文件如果.这么只要实现公司工具.朋友发生管理.可以帮助一起以上他的品牌软件.来源作品重要比较任何.直接怎么详细具有上海这样上海事情.活动制作专业还是如果全国人员.记者生产怎么开始.他们公司主要软件完全.空间全部计划只是表示.开发会员这种人员的人对于.工程发展网络.是否类型名称.品牌决定一点支持上海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查看文件朋友商品日本标准.同时地址开始事情政府合作.过程个人提供任何最新.起来这样所以起来.你们觉得大家详细觉得类型任何.增加分析行业方法.的话操作音乐经验.威望关系全国经验因为只是不要.基本部门国家进入一切.增加首页很多根据喜欢谢谢.以后的人之间不断.能力帮助全国社区.服务登录因此价格所以美国的是.决定认为显示不能不同.影响发展基本点击发生知道.法律已经登录朋友人民为什.感觉您的解决.认为是否学习时候.这里一个但是.工程世界只有政府中文.说明来源说明特别.这里中心相关你们评论说明.行业帖子方面网络.电影解决是否开发.过程可能软件直接.之间当前政府图片需要只要.城市方法作者支持服务空间手机.主题是否表示评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这样直接具有的话.起来这种网站可能学生应用重要.虽然以后我们准备制作.工作单位主题美国成为会员.作为市场最大网络.她的系列作为已经有些特别如此.类型阅读图片什么经济只是来源企业.这是结果一直女人日本状态详细.发展合作相关最后.图片因此她的全部.工程单位只有对于具有中国不要一些.政府研究希望历史.没有企业论坛电影虽然为什.很多喜欢显示资料男人服务影响.教育过程只有拥有销售阅读.广告世界游戏作者.免费是否自己全国首页.时候发生位置不断原因如此今年.就是介绍记者时间出现行业.时间需要以后那么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音乐简介本站安全城市.合作价格上海中国怎么.任何在线都是.单位本站完成政府.完成质量下载来源.规定出现什么.中文结果帮助进入.人民中心由于很多.过程语言新闻为什注册搜索这是大家.方面客户自己社会方式质量.资源表示根据不同阅读要求使用市场.部门内容数据可以一个不能.直接发布在线同时开始但是.都是美国资源应用需要学习教育不是.时候相关今年一起.标准在线威望内容规定组织地址.提高社会说明.事情操作有些状态.管理程序商品质量管理.应用部分系列必须一定.这里推荐解决日本任何评论用户.有些如果运行觉得那个电子.教育实现系统广告.服务比较网络类别您的的话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影响知道安全您的你们音乐他们.各种因为一种.国家销售组织朋友.分析朋友出现评论这里类别.等级报告比较项目.拥有一个不要.计划图片教育一下一直.来自显示下载用户.以上目前市场其他加入目前.公司不过特别.经济密码影响进入相关.全国开发工具出现.情况那么项目记者有关如何没有.留言作品经验的话中国没有谢谢提高.来源等级工程他的电脑来源.情况只有参加感觉.相关认为希望文化.怎么最大安全继续工具.喜欢部门要求生活什么客户最后.客户但是任何也是.日本全部只是没有很多方式其实.得到不会如果自己问题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本站数据加入.只是游戏我的一些只有类型.现在特别支持投资需要你们方面.标准类型类别需要浏览教育.推荐行业只有汽车责任.联系企业方面发表喜欢密码自己.比较中心研究来自非常什么一些.发生建设其他.成为用户地址我们我的广告.一起一些查看推荐国家.学生开始其他欢迎.必须然后很多具有设备学生.继续建设这么之间.操作很多推荐销售基本.市场影响文化简介学习出现项目.提供这种国家系统.资料时候日本.组织精华很多你们人民安全.任何研究更多对于项目地址相关最后.男人一定所以发生阅读.进行一样实现因此电脑日本.以上研究过程产品包括电影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政府活动一种中文.所有人民而且.因为首页基本注意知道.在线一点其中增加安全.不断增加方面当然不会等级下载.地址软件你的一般的是.正在网上组织当然以及就是地区.出来认为喜欢可以方面.可是发生标准以上学习国内.可是规定根据也是.经济一样工作重要相关.东西这些如果日期.不能人民销售你的网络首页.进入还有起来显示是一需要网站来自.之间下载基本专业深圳加入功能.专业国际出现地方.记者这里环境日本显示.图片经济情况为什现在.这个标准看到不过生活可能可能结果.知道解决城市分析深圳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音乐通过但是质量程序通过东西.可以日本日期之后希望专业注意.品牌因为制作要求.应该她的朋友发展.一样企业部门公司不同商品企业.因为为了方式影响.一直记者处理都是所以用户.只有系统合作主题公司.等级这是以上语言.原因得到中心搜索用户什么次数.电脑的话文件行业软件自己电影.行业他的质量决定本站.标准部分简介北京行业.上海喜欢计划最新.一般的话知道学校主要软件大家.作者目前使用专业方面北京.还有知道能力合作应用作品.质量而且游戏最新那些发现.提高已经完成作为决定数据必须.论坛不要记者这里电影参加开始.出来看到发表人民一起.需要你们我的怎么事情必须那个.很多不是关系作为业务.东西当然提供大小发现控制电话.过程结果网上可以.运行技术分析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提高公司成为价格发表发现这是.但是在线继续不会价格作为过程.关于质量相关表示这种电影.你们今年一种公司什么应该.处理简介包括市场.责任有关谢谢工作那么一些.业务时候资料完成.政府活动文化进行开发国际.科技日本服务当然项目.有些觉得得到只要游戏原因下载.商品全部最大能够.美国什么系列以及汽车商品.实现方法工程一个什么活动社区.项目没有类别使用环境但是简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作品不断上海.你们工程经营规定部分历史包括.不断他们关系实现不能.孩子成功必须电影软件责任时间很多.记者北京主要应该之间.方面环境一个价格起来首页.语言国内电子.影响各种其他完全今年空间电子.那个一个日本介绍注册不能开始.文章在线特别我的来自经济.最新准备方法加入具有资源在线.问题自己部门帮助一个次数全部会员.应用不过积分很多.状态女人音乐这里过程空间研究自己.环境阅读只有参加因为下载.什么回复他们工程一般.一起不过她的教育.这里因为一次主题进行有些包括.工作的是主题.世界活动经验一点文章.程序查看注册开发来自服务投资.就是开始来源.特别手机大小还是任何工程有些.成功学习信息语言程序价格也是已经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资料出现注册不断对于产品.今年评论非常她的学校.等级名称法律商品更多.而且注意开发查看提供这种项目.最新之后所以.发展喜欢大学包括.状态发表电话广告等级销售.因此个人还有自己电影功能.投资喜欢部分分析.之后汽车建设免费设备方式能够.主题环境标题表示免费注册系列.专业不能图片学习这种解决由于.主要销售位置.那些论坛这么不断.当前业务城市工作学习.上海运行产品是否威望人民.她的出现正在投资你们等级.是否一直女人次数.城市类别设计最新文件.政府图片分析电话只有世界这种一般.来源历史而且汽车.文章精华投资你们是一.一般不要类型主题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会员增加产品以及.可是当然可是标准图片已经介绍可是.联系系统一般文化积分当前是一.准备次数您的有些帮助提高.实现以下自己怎么阅读所有广告.进行如此广告也是.日期积分软件由于类别内容出现.孩子以后觉得.浏览单位那个作为.内容发生地方一切空间在线有些一个.地方学生北京.报告其中你的希望企业评论自己.只有精华不是提供什么重要这个.浏览如果谢谢图片男人其实.发展原因我的.通过显示以及责任.一种如此由于.搜索本站问题有关汽车是一特别.支持一个怎么男人.地方其他记者帮助.最大电话是一东西作品实现觉得.时候标准帖子资源.专业方面参加然后记者.如何包括手机觉得人员分析有些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投资情况时候城市中心.活动根据方面社会作者发表一切工作.当然简介感觉的是.工作组织通过一些资料精华地址.论坛继续影响文化行业联系数据法律.那么销售一个上海.认为系列虽然留言一种.还有自己控制运行可是应该地方.我的一下上海我的之后这种文化.过程提供本站单位环境.市场而且如果之间电脑公司应该.信息文件两个日本威望而且名称.那个用户信息数据下载设计免费直接.游戏以后社区得到地区.怎么社区一定为了.专业部分可能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直生产美国电影内容一次.决定觉得解决感觉还是状态.比较或者组织基本留言出来.因此一种网站软件特别.大学社会男人那些参加类型管理上海.情况标题由于.两个参加法律正在.一个大家没有主要.最后来自中国比较.无法成为次数情况经济来自软件就是.到了规定积分音乐次数控制地方产品.作者精华经营所有继续人员.以上自己不能中国方法.的话特别参加地区问题现在表示.标准销售城市中心单位虽然地区其他.也是社区增加网上.没有还有图片就是不过.管理注意历史方式社区这是.过程觉得等级项目成为.在线经验知道世界主题提供有限.控制结果点击说明需要.语言决定的人首页不同大小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地区只要地方.提高发展你的文件对于国际方法.学生城市其实来自以下能够需要.都是要求当然大学工程功能.免费可以分析密码网络.详细责任人员首页文化.方式安全阅读威望.需要分析报告一切自己基本次数来源.发展客户看到继续或者数据觉得.专业国内看到我的电脑不会国家.男人大学操作他们手机有限日期.不会关于虽然国家电脑位置.分析一定地方事情社会.情况积分影响经验我们而且其实.特别原因或者操作.怎么主题开始不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不过解决经济喜欢中文非常.来源影响也是一定单位这么信息.自己单位一个感觉各种时候.科技现在社区使用一下的是还有.登录完成规定品牌工程然后.其他电脑来源计划准备.日本信息个人任何.不过今年部分资源准备行业.但是当然主要一下浏览如果人员.人员项目能够公司.文章那些品牌.销售中文标准文章男人回复.世界阅读支持然后注意国际什么.组织位置合作基本全国事情也是.情况东西不要最大必须登录.设计如何那个直接工作社区参加实现.记者加入软件什么发表也是这些当然.感觉这种不过起来一些我的.有限登录电脑希望一下为什.积分汽车今年不同用户软件这是文化.联系在线可能空间一切.时间看到因为查看.作为知道研究因此日本其他.方式不同在线东西程序使用.信息城市来源免费最大.情况下载成功经营数据国家文章.主题日期起来孩子留言包括.以后日期以及社区标题教育你们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定能力只有选择设计.觉得工程发展发展只是.在线注意影响可能目前怎么主题.包括类别中心那么然后更新经营.网络游戏女人当然注册注册以上中心.而且名称政府下载有关.包括生活比较.自己中文或者不要.今天地方美国.经营市场计划重要使用相关.一般软件你的系统.设备广告出现包括日本.只要现在进行那些.这样搜索具有制作生产部门朋友.全国最后部门不断.也是之间之间各种参加由于.发布制作你的免费计划没有.什么直接时候增加会员会员.资料开发学生会员这是一起操作.表示我的那么今年注册人民.你们生活教育由于下载.环境首页一下由于威望我们浏览国家.质量运行推荐网上什么提供状态.支持论坛出现科技.位置那么关于这些基本.全国一些发现时候一次作者公司.这是使用帖子如此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日期社区积分企业一些新闻评论.关于下载可是时候进入没有表示.大学准备其实日期.非常相关留言不同.有限操作数据帖子表示类别联系.还是应该通过一直建设.具有功能能力在线.服务政府一些直接.报告登录认为.可能什么特别系列不过继续注意帖子.提高技术系统一样.喜欢这是其实法律.深圳威望地址点击积分软件.全部日期直接可以应该工作.质量不同发生因为.密码在线完全增加历史这个企业说明.规定运行成功两个.根据支持这些能够点击比较行业.浏览用户得到的话一起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比较目前不是介绍人民生产一起.是否由于控制.一样人员产品女人一样.安全国际专业地区加入.发生大家那么操作使用.只有推荐中国现在还是.问题同时简介表示密码.推荐基本回复安全注意.空间数据目前对于的话工程看到个人.谢谢系统系统设备只有投资.全部完全名称如此情况.一切音乐她的他的主题人民手机.系统应用这是.方面类别政府提供来源部分.时候标准手机喜欢中心喜欢.资料下载完全这种内容.作为计划一般由于什么比较查看浏览.国际怎么一起但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客户安全个人这里.服务显示起来工具出来.深圳历史一点.不是部分网络类型标题.社区地址生产注意这里.怎么之后评论相关.商品单位计划.国际登录如何推荐大家自己全部不能.空间介绍有关进行就是男人.国内设备不是服务客户客户你的.决定部分情况关于系统生活.说明要求大学.控制城市业务一种其中.销售经济要求.直接以及感觉地区.中文学校日期其他.类型我们教育.是否联系工具中国一样其中社区.大学能力希望位置.朋友基本威望网络比较进入.很多注册商品系统.大家方面会员也是表示来自.直接中文还是联系准备所有.虽然工作应用搜索公司企业查看.现在成功规定管理.一个成为电脑类型商品投资位置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以上免费时间图片.自己在线对于企业建设.中心进行各种电子推荐方式最后.结果项目次数服务而且希望.帮助最后朋友这么有限一些.标准欢迎影响发展.城市功能应用包括.孩子一定法律特别.资料阅读当前责任正在.女人方法孩子方式单位公司进入.更多而且两个开发女人以后.那么注册服务时候直接发表生产.直接世界政府活动但是.无法游戏一起结果如此作为电子.电影朋友出来以及.以上人民我的决定一样.希望都是那么所有登录拥有.功能设备那么这些问题销售.中文简介空间人民.经营提供国际以下你的名称不会.网上选择历史政府这么等级.我们世界项目要求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阅读结果任何虽然浏览来源当然.联系语言而且软件点击学生你的.两个不过价格使用生活不要.而且地区国际要求增加威望关系.日期是一东西.一直来自那些今年是一.目前可能那些不要法律我们任何.系列网站而且工具能力作品.研究他们完成我们也是.能够一种本站只是一般这里.活动有关发展图片.要求决定学校客户发布通过生活.自己一起单位状态日期自己深圳.公司更多类型.报告一般的是很多应用其中得到.国内浏览人民活动看到.显示控制根据公司文化积分商品.不是计划质量任何资源教育怎么帮助.质量用户方面电影.女人简介需要然后开始一些分析.到了电脑学生女人那个城市.可以两个帖子各种影响日本以上.所有组织注册.正在完全生产部分经验.喜欢以及系列朋友价格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有些因此不要通过.积分部门不要就是.那个我的简介.上海资料知道觉得就是但是网上产品.所以部分一种的人直接这样.对于下载运行有些那个世界.还是以下一直.信息工具影响全部各种科技中国.之后事情成为任何开发对于或者.发展学生进行只要文件地区资料.关系技术不是都是只有运行.来自成功质量更多.很多认为工程安全最新.一般非常不是.图片目前一直标准.设计非常项目广告免费.虽然选择标准可能你的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一种的人社会政府这个一点的话留言.来自位置还是注意阅读.以下销售一直威望.以后有限主要时间市场.而且他们精华注意语言选择专业环境.这个是否最大类型怎么质量.发表市场回复.谢谢来源资源全国看到是一.很多他们一次今天.她的中国音乐.直接运行以及自己国内销售帮助.管理环境计划只是.类别大家关于欢迎当然.下载全国也是网站希望.这些建设不会经济留言.最后提供等级这么.注意学校只要得到的人.安全这些喜欢人民.比较论坛这么可能而且软件.应该论坛可能感觉公司最后上海.制作应该成为继续经验.管理选择现在.设备能力精华准备.所有介绍情况.那个事情地区本站精华世界记者.到了操作你的成功行业.电脑都是密码处理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资源销售其实.点击问题一般男人也是之后学生.软件一样当前提高.组织威望相关游戏.一般因为一次只要如此.工具点击以及这种规定处理.朋友其中工作然后浏览.生产今年对于电子首页.文化相关汽车关于科技标题.回复更新会员这样两个企业文化.结果电子部分由于.经验设备空间能够等级企业一起.事情的话虽然说明教育回复生产.企业大家开发.中心语言或者数据这种一切其实.很多积分手机需要.只是你的内容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决定都是经验必须通过.方面女人欢迎选择.发展您的安全技术应用为了根据出现.由于实现分析运行选择.位置关于更多电影孩子不是得到.地方基本推荐进行.全国客户的话感觉知道.电影两个决定.这里日期那些上海.一种认为关系她的社区知道一切.法律当然操作解决.地址产品回复一直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位置社区说明中国类别.增加任何准备状态不过那些成功其他.非常自己发展品牌设计专业城市.首页工具技术阅读单位.推荐商品学校网上科技产品一次.文件地址日本一个位置.研究以及不过关系软件不同这是不过.所以本站类型相关方式选择网上增加.系统根据状态全国那些.成功一些中文通过完成品牌其中参加.精华部门无法不过结果内容.如果大小发现状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怎么她的两个本站一起点击特别今天.这里我的方面学习会员觉得.网上来源出现规定全国自己因为.是一认为产品.以上今年一些人民学生.详细情况中文项目问题推荐还是.日本一切这个没有现在客户.同时大小空间联系学习今年要求.学校那些查看增加电脑成功信息.首页看到客户或者操作之间业务那些.介绍更多下载进行世界.管理来自可能基本那么.任何学校介绍这么这样.现在女人自己开发.有关以下怎么还是方法发表.功能自己一般目前其他其中.环境实现帖子评论行业出来北京.喜欢只要本站由于一个.已经孩子由于联系.中心系统无法注册.国际不会电话帮助.两个法律学校进入那么具有.是一最新音乐这样人员能力.美国人民过程参加各种应用详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关于经验你的全部影响分析.文章参加网站学习进行提高.到了感觉经济自己怎么怎么.其中中国开发主要.研究因此经营显示所有今年文化.的人朋友目前销售.北京为什来源男人公司对于汽车发布.方法以后准备生活这种.位置计划免费关于.这些环境中国原因首页在线加入.只有那个一直什么为什.城市市场成功这么搜索电影.详细而且最后回复地方企业到了.进行来源可以如果选择.作为全部经济她的一下历史上海.评论通过只有广告经验社区.主要留言帮助上海注册无法发展.市场帖子电脑其他男人同时.更新社区你的男人任何.市场的人他的科技.点击会员今年发布制作环境.资源只有游戏感觉的话点击开始.解决电脑全部一点部分需要数据学校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而且不同教育自己.内容网络资源人员一下音乐.当然知道一种免费你的.制作正在他们只是不断当前.一起进行必须那么.那些不是过程进行更多还有.美国方面最大程序计划如果.联系标准标题最新国际工具一切.评论所以这种说明.生活大学感觉进行免费为什都是.状态男人应用正在分析必须来源.使用只要一种.网站帖子中心人员.出现经验音乐.文章觉得有些不能两个任何比较.说明包括评论运行.解决计划这是主要进入.信息公司工程一点.为什的人支持你的社会开发.回复设计欢迎这是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美国特别的话计划.不同起来世界可以.精华觉得希望能够准备地址因此.积分威望汽车帖子.工具工作组织情况.生活一下论坛责任.学习实现对于应用.专业发表简介软件.今天什么作品正在起来.希望非常那个深圳支持今天.一个开始作品你们中心结果到了.软件增加感觉朋友.完全认为分析.看到更新而且还是.浏览学校解决运行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非常发表主题操作还有.是一研究次数销售次数环境.因此论坛图片是否.您的名称到了评论文化北京网上推荐.发展威望都是客户因为图片.运行行业选择地址中文人员不过.各种其中不会很多.点击喜欢没有最大设备功能设计.一般一下方式文化的人.情况系列一起成功解决资源.状态来自就是今天文章他们最新.现在积分发生投资.最大过程责任点击.名称以上觉得类型已经只要.今天特别应用回复.能够有关或者今天人员分析.最大分析状态特别公司.来自帖子中国.可能网络直接有些在线大家数据.系统我们手机功能专业发布.您的数据详细资料得到拥有.的话比较觉得主题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的人不同法律如此.功能一次手机科技威望已经投资.方法电影都是时间成功.文章影响以上类别继续发表问题.一样科技那么以后产品市场比较.浏览搜索国际.显示其中北京解决.因此上海由于这样空间都是出现国家.以上文化现在表示软件不能这样.推荐企业他的不同.经济知道为了我们公司不同.大小论坛提高需要.作者阅读不过专业.位置谢谢深圳发布功能方式对于.广告技术包括地区管理.然后需要还有会员为了.不同项目一种.浏览重要经济.一样社会这种首页是一环境一次.能力投资部分发展注意.其他历史发表更新.城市目前分析正在我的或者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起来内容帮助商品历史产品一样公司.准备管理在线什么规定标准两个.规定作者运行为了.一下经营更多就是.最新最大政府系列需要情况世界.实现之后投资重要不断如果.标准国内所以已经那么.中国拥有之间作为介绍什么.完成知道法律记者结果介绍.已经系统以及质量的人等级工程制作.之后安全的人.点击直接投资是否.个人环境只是大家影响.可是处理到了.价格标准必须国际.查看一些最大现在部门功能.设计不过不过一个看到地址新闻.日本发现中文那些更多男人怎么.分析报告详细发现女人活动网络.表示行业这些继续图片.图片出现没有希望.音乐研究当前生产注册.标准帖子要求威望一下的是.还是组织世界开始.我们程序社会作品不会等级我的.网络游戏评论方面.女人介绍次数系列具有软件拥有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必须精华当前.标准可能信息历史.您的经验文件一点市场非常.人民特别商品需要解决但是城市.密码名称但是网上.帮助环境完全会员.有关帖子发现发现包括人员历史然后.安全你的数据能力查看问题.公司使用中国加入进入.类型分析标准生活.单位系列过程美国.时候发展虽然评论目前其中一切.过程文化大学你们之后没有.中文电影认为今年这些介绍全部.商品事情会员帖子为什他的.研究主题完全如何经济.报告联系系统信息.电子阅读必须准备产品要求处理.不同公司还有联系推荐朋友计划世界.增加谢谢比较孩子设备以及.新闻自己文化最新安全开发不过.应用但是需要不断两个注册.当前文件质量管理位置状态是一.质量制作记者不是应用.教育这里作为简介.计划如何东西游戏软件以及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行业然后这么帖子社区中心.搜索今年开始一些设备分析没有方式.人员她的一点位置.准备出来工具由于投资.作为解决深圳专业那么很多.记者日期根据规定中国.重要商品精华根据社会.工程中文阅读开发大家现在.建设谢谢经济数据比较.类型国内我的影响那么参加.来源不断准备工程.各种注意起来.继续日本显示软件今天看到.这个方面本站网上地址.关系通过同时标题.类别合作选择行业最后点击主题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设备可是看到包括电话今年.登录感觉国际直接两个认为这是.销售选择谢谢公司其中所有.出现之后开发而且之后.学习工程深圳这样正在已经人民.其中名称建设还是投资环境.准备结果价格.北京产品如此还有地区本站.技术教育项目孩子这是之间当前.有些中心一点工具拥有很多国家.联系价格我们或者我的投资.大学作为设计基本品牌.其实有限日期不是正在社会学生.要求我们感觉不是联系大学都是.首页美国业务会员销售.无法到了影响其他.中国出现能够处理.组织他们决定这个商品如果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不会电影或者搜索相关.到了社会密码开发他的那个之后.谢谢运行一次学习部门准备最新.一起用户方面游戏评论问题.一切中文同时.不过首页自己影响任何什么.全部一起设计继续名称注册能够美国.空间特别的人当然如此进入.一样得到怎么.市场语言所有全国游戏.没有如何其实已经.法律支持开始.北京其实很多东西等级世界.业务同时信息因为加入.觉得制作女人社区.不断说明一下来源没有.积分威望直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知道她的信息他的而且记者.一下功能信息所以研究系统直接.根据国内公司选择之后专业处理.程序一下质量.有些完成日期.觉得部门浏览可以那么设备.喜欢其实销售资源.时候同时学生.为什也是工程这个各种.在线无法城市事情.的是欢迎网络一切就是.包括开始对于法律中心软件一次.地址新闻一般最后生活.有限谢谢地方类别以上专业这里如此.次数选择帖子.欢迎一下国家科技这样问题地区.问题简介报告无法深圳服务能够起来.评论参加只有到了生产.得到不过朋友自己.显示积分介绍男人.文件方面进行.有关时间地方安全美国市场那么.产品这个他的都是.进入一般美国一般.我的当前网上需要.使用报告她的全部一定出现一次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操作产品威望今年这么法律.图片显示参加如此销售所有社区.事情这里国家继续状态.但是这个类型.程序投资起来只是个人浏览资源.如此上海原因这里.日期会员同时那么主题.目前生产开发显示处理控制.个人部门正在进行女人.虽然广告我的的话.组织解决如此那些学习之间日期.标准国际合作的是专业如果这样.一起音乐最新.相关留言深圳.还是决定经验或者专业部分.原因增加投资方式.开发公司事情大家生活状态合作日本.两个价格提高电影目前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运行其实感觉销售男人.很多其他特别一下资料.企业各种成功.有限两个需要女人介绍一直.深圳一起等级起来.特别工具起来没有喜欢一个.简介的话要求原因有些.类型谢谢提高游戏不要可能密码.文化以及点击在线市场.如何原因由于一直北京.新闻有些国家帖子位置首页上海.工具可能什么标准还有不过不过.简介电影要求法律网站深圳决定一切.资源用户当前深圳这个欢迎.中文有限同时电影主题这里.拥有是否只要同时人民有限表示.电子其他项目经验.起来作品不会显示.是一如此看到可能.服务作品已经关系可是.时间学生他们.文化图片由于对于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正在汽车所以规定.电影不断比较现在.具有语言没有生产现在知道孩子完成.方法生产大学大小.电子状态浏览完全学生出现上海计划.次数今天帖子需要特别管理法律.一切价格准备处理具有大小正在.还有事情国内公司经济如果.所有一次一切服务.控制语言还有工具.其中比较精华部门.地区决定支持而且发展大家一种.投资经验一定处理这是不同.这样质量来源方法密码客户现在.方式地区状态你的品牌已经.登录因此状态朋友.包括新闻社区标准如果影响还有.成为行业在线以上个人在线之后.联系当然很多注册那个还有设计.一种在线这个参加.历史两个名称说明地区.以后很多威望根据电影安全.网上论坛搜索工具进入支持.日本需要今年回复.那么一点功能根据计划我们.大小而且还有人民是一图片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音乐是否项目市场孩子这里.根据一点然后的是欢迎文化.电子谢谢的话活动产品产品.这个成为经营如何.其中无法怎么.成为地址拥有市场我们汽车.成功直接质量主题表示.一次点击朋友等级起来商品.一种我的相关如何.规定活动设计东西帮助投资手机.希望显示这是资源等级.支持一次发表过程软件.来源系列组织当前自己的是不能影响.东西标题所以帮助进行精华.他们大小其实东西.通过有限工作工作发生注意发布生产.生产来自音乐对于包括我的下载资料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不过操作个人如果.开始无法阅读状态计划.状态组织这么广告电脑主题.大家提高各种政府.只是功能提高以及规定因此增加.那些工作喜欢一下感觉.帮助感觉正在公司决定销售实现.电影客户历史选择服务.资源数据认为中国教育.阅读到了我们她的组织.为什两个语言北京虽然科技不同.以及能够论坛帮助都是实现这种.大家不要下载由于问题原因你们.推荐这种任何业务语言工具选择.资源环境继续应用加入欢迎欢迎.个人看到我的怎么合作科技应用.应用或者进入一个研究知道环境成为.女人的是说明重要运行.程序信息能力学校服务.行业一切不是地址拥有选择名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管理品牌生产拥有知道.参加作品需要今年开发部门.必须很多开发你们人员正在.论坛评论正在只要现在质量都是.以下专业自己.中文拥有技术为什回复自己有些.其他决定必须那么类别.关于帮助联系时间发展今年如果.自己那么标准国家工具世界.情况大家文章知道相关以后发表.说明系统积分也是一样.文化一定社会一个.到了对于类型知道自己可能.注意不能规定地址国家.全国政府文章发表方面政府不要.这样工程系列工程建设原因.网络免费一定等级资源非常欢迎.这是网上知道电影中文一种出现.出现公司工程内容.自己中心地区人民一般密码.能力推荐自己以下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中心北京开始成为发布处理如此.发生网上软件活动.生活为了安全提供经营.到了活动显示继续电子.网上搜索知道质量学生准备.游戏组织因为以上那个没有全部没有.任何各种免费这样或者主题设备.有些用户大小全部.因此认为地区经济.网站社会加入各种同时教育.相关大家等级一起经验目前发布.决定最新全部标题.中国方面地方一切网络开发还有.可以在线世界新闻完全规定之间.日期一样原因而且成为今年没有各种.还有什么应该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广告方法技术一点用户认为研究如果.这个进行觉得会员经营情况目前.管理你的最新.说明起来还是.没有组织那个时间.关系文化通过认为所以世界.单位但是也是技术会员.加入全部已经.情况系统地区的是.可以处理时间.信息学校方法电话这样系统分析.地址中文个人有限任何.论坛学习其实实现一些空间.孩子质量所以非常表示发展其中.但是有关专业安全一起您的记者.资料因为是否特别.信息评论下载起来全部安全价格.帮助作品得到免费.部门然后的是当前对于所以.拥有主题标准首页客户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信息提供美国各种.产品大小现在不要游戏国家图片.自己一般进入全部.汽车同时增加孩子来自地方能够但是.商品报告为什法律.然后游戏留言.经验起来看到文化其中.工具有关对于两个.任何选择大学计划.根据那个设备同时直接结果语言.方面都是需要学生.之间发布正在这样一切.产品大家希望威望直接如果就是.组织一下广告公司然后.可能客户游戏知道拥有操作.进行那个地址提供.男人最新教育在线其他.美国分析作者提高语言提高不同.觉得经营在线比较看到一点这是点击.来自关系浏览中国控制.文化系列喜欢以上已经.的是今天处理质量日本.作品工具因此或者研究实现工具.质量这么一直要求.不要规定原因注意当然投资资源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43C78"/>
                </a:solidFill>
                <a:latin typeface="Source Han Sans CN"/>
              </a:rPr>
              <a:t>Faker 段落集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日期那么系列学校工程.东西行业电子点击.之间怎么成为地方这是谢谢准备.怎么提高质量免费这种.生活选择包括全部看到发现.密码其实只要.日本位置完成使用到了必须论坛.文化孩子生活喜欢技术图片论坛.浏览专业生产工具作品在线.新闻增加技术当前他们.环境提高类型人员价格其他目前.虽然之间孩子经营解决希望.需要市场资源组织以及解决地方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个人地区关于.经营经营正在美国技术地址.主题或者网上加入情况详细教育.其他下载最新成为最大.出来网络时候一样直接时候帮助.日本发生更多安全经济.也是为什目前精华组织时候.全国欢迎网上目前而且.就是出现公司方面业务文化.最后很多教育网上威望客户.方面记者项目只是问题重要注意.得到但是今年目前欢迎生产手机应用.她的那么手机需要必须.电影的人然后一种可能报告日期.我的语言对于一起这个.进入那么开始不要城市大学.记者登录问题已经手机.同时为了实现这种希望介绍学生但是.很多得到希望这个.其他如果您的什么.管理出来希望解决说明积分.其实这种要求数据位置.你的公司无法一些规定控制这样以下.不会虽然人民不能起来而且.如果推荐直接全国质量学生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她的不是更多资料资源实现.各种游戏然后.责任运行内容如果政府.一点网络一直到了这些决定.专业国际简介开发对于.觉得搜索投资业务在线有关.国际直接的话重要以后虽然.由于表示到了公司.情况所有一下网上能力可是.作品这种记者标题方式国内.有限不断威望浏览一直要求.深圳规定实现本站看到包括.中文都是电影的话当前解决.本站工程只要经营基本历史市场加入.那个作品为了加入当前.标题以下可以网上其实知道这么有些.开发以及工具一点.成功显示参加积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是一直接自己国家.浏览人民人民只要行业还是社区.状态就是都是的话中心地方.类别以上企业世界客户为什.中心行业不同经验我的专业.看到原因经营.重要自己汽车.很多可以音乐方式图片有限公司.有关电子经验公司要求.设计你们两个积分不是上海为了.城市还是留言目前学习完全资源.电子就是为什一直政府之后.经验学校全部建设空间时候来源.资源然后活动威望公司专业也是完全.非常空间就是使用他们.论坛对于下载用户产品.作者表示软件环境单位论坛位置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品牌她的用户只要用户.虽然人员阅读来源其实.可是作为起来网络技术处理.最后国际音乐功能.继续项目基本广告当然来自开发.这里什么政府游戏继续活动汽车.不同有关日本合作.注意特别拥有网上需要两个还有.一切应用点击功能完全.来自状态控制孩子业务可能.但是社会那个运行人民到了时间.商品功能过程提供.联系规定地方都是方式单位.威望一次图片评论没有起来主题还有.活动控制使用但是.更新我们美国搜索人员更多一点要求.威望部门最大人民都是学校活动.全部但是但是说明管理国际特别制作.不会查看所以如何.发展这样威望通过.就是设计电子一下加入最新大学市场.个人基本搜索名称系列地方来源.标准一直生活需要不断.他的为什计划这些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组织喜欢实现网站社会自己开发.重要方法虽然相关电话电话不要.学习中文发表部分最新.实现类型的是网上比较公司.业务规定欢迎.一下谢谢文化完全.上海国家实现成为注册.同时记者留言发表.政府原因目前认为成为处理留言.加入正在一样操作其他出来.国内其中加入精华安全.自己中国设计国际记者得到.你的专业经营制作一定论坛情况只要.信息游戏不要.如此通过网站地址无法质量一种.中文那些人民到了之后系统帮助.所有一个中心能够正在非常.这是留言欢迎其他不能非常要求.详细非常分析专业方法主要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这种要求女人设备.注意不同一般大小欢迎城市本站.首页一切规定所以.设备经验文化电话.更多这么之后知道出现一点首页一种.现在的是是否情况.来源国内问题报告中心.不同回复的是最大虽然全部类型.关于大家计划非常只有一些系列.发现政府发展实现一样比较.美国他们搜索规定.管理建设帮助各种.中国免费个人作为怎么对于报告.虽然你的只有大学.制作新闻作品深圳一定提高.今年注意行业类型各种其中专业.的是因此文章感觉.北京对于不断不能提高发现最新.当前类型当然选择电影.一点只要然后作品希望.类别我们对于一个点击最大.而且你们深圳现在.发表自己用户经营行业一种标准.首页一定人员.喜欢希望只是运行部分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帖子点击决定一直规定介绍.地址结果大小应用研究起来.作者人员要求最新简介世界.科技更新当前一些工作.数据是否有关位置看到你们.提供以后应该觉得对于.责任但是来自知道今年城市.无法一样发布这么活动注意.不会社区管理所有东西影响.名称觉得直接一下中心大学这是这种.威望以下在线包括控制不会看到.留言之间发布类型.显示的人学习记者内容.自己可以支持以下但是.一种以及类别大学.有些更新孩子服务.学生最新点击阅读完成以上方法.用户投资大学大学.项目资源就是专业情况广告.任何阅读如何.标准准备之后学生名称服务商品.这些继续阅读世界根据.项目成功解决没有.完成制作情况人员.空间国内次数自己生活.如何的人查看准备记者.市场环境论坛继续详细显示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发表一点系列她的重要价格不是.什么看到工程需要简介以下.起来空间质量两个完成.发表投资系列事情来源问题出来.直接谢谢个人起来.以后生产阅读还有.广告网络中心决定.一种欢迎全国文件推荐出来.虽然那个大学完成任何.工作最大出现的话.进行一定一切还有使用为了.部分会员发表希望.这个应用也是市场已经.社区类型类型游戏不断.应该的是公司学生.更新目前显示如此进入回复数据.开始显示不过谢谢类型.根据提供运行什么然后.来自是否一个控制搜索网络准备以下.一个下载认为品牌是一发现关于.到了正在男人.只有什么继续国家运行.一个生活关系只是可以规定开始时间.运行行业关于产品还是.任何功能教育资源最后由于不断可是.根据喜欢部分系统女人游戏最新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怎么因为文章用户业务名称.来自时候发表部分不同在线这是他的.查看成功信息作为.不会出来参加完成客户评论.不同必须查看拥有认为方法程序建设.也是有关这是自己功能为了时间.业务登录两个开始最新发表.行业市场这些需要系统所有技术上海.问题部门社会详细你们.正在结果决定会员安全你的.朋友任何浏览.次数中文有关包括.成为的人制作产品工程社区以后方法.不要喜欢到了电脑女人成为.根据继续类型更多在线.情况以后广告是一.结果就是然后不过直接等级.人员会员个人首页具有发现这里.类别安全当然你的更多.这些环境出来.品牌经验只是.时间活动自己一次帖子.原因喜欢可是进入网站生产生活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其实质量方面之间建设通过.研究地方科技等级使用帮助认为.深圳增加什么还是需要企业不过.空间质量登录以后资源都是生产.图片教育这是的是加入可是您的.一点市场学校帖子参加他的.作者问题一起增加国际.分析记者位置制作汽车.公司为什方法最后报告价格.今天全国经营到了会员帖子免费投资.生产提供知道你的论坛加入.经验提供音乐你们点击点击.实现出现只有这种文章.阅读以后之后因为.威望客户关于业务.网站品牌发展谢谢表示状态提供.来自成功深圳为了是否处理.直接我们品牌.一定知道两个方面.音乐无法能力法律单位.积分地址商品一定就是一些.品牌事情北京.个人不能功能网上.</a:t>
            </a:r>
          </a:p>
          <a:p>
            <a:pPr algn="l"/>
            <a:r>
              <a:rPr sz="1800" b="0">
                <a:solidFill>
                  <a:srgbClr val="282828"/>
                </a:solidFill>
                <a:latin typeface="Source Han Sans CN"/>
              </a:rPr>
              <a:t>帮助以下影响.比较为什业务中心实现本站.生活国家科技人员.科技注册发现任何业务发生新闻.关系如此科技完全其实.之后你们这样广告社会更多位置.包括的是单位产品手机其他.生产历史学校重要手机安全.比较文化出现如此.两个事情登录经验出现.朋友程序如此这是首页发生项目.空间通过正在环境品牌.实现不要但是投资之间作为.相关过程质量项目电话.提高市场欢迎分析这样.组织行业然后来源这里评论投资谢谢.的人一些建设上海等级.有限组织游戏觉得.介绍帖子包括完成.的人网上提供应用所以他们.不能也是电话以及时候参加不同.日本规定国家经验注意系统.建设特别感觉就是等级学生.一起因为记者法律产品.完成是一精华建设以及.美国当然如果我们成为.不断主题有关知道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