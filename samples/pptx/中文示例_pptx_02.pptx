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  <p:sldId id="274" r:id="rId25"/>
    <p:sldId id="275" r:id="rId26"/>
    <p:sldId id="276" r:id="rId27"/>
    <p:sldId id="277" r:id="rId28"/>
    <p:sldId id="278" r:id="rId29"/>
    <p:sldId id="279" r:id="rId30"/>
    <p:sldId id="280" r:id="rId31"/>
    <p:sldId id="281" r:id="rId32"/>
    <p:sldId id="282" r:id="rId33"/>
    <p:sldId id="283" r:id="rId34"/>
    <p:sldId id="284" r:id="rId35"/>
    <p:sldId id="285" r:id="rId36"/>
    <p:sldId id="286" r:id="rId37"/>
  </p:sldIdLst>
  <p:sldSz cx="9144000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Relationship Id="rId25" Type="http://schemas.openxmlformats.org/officeDocument/2006/relationships/slide" Target="slides/slide19.xml"/><Relationship Id="rId26" Type="http://schemas.openxmlformats.org/officeDocument/2006/relationships/slide" Target="slides/slide20.xml"/><Relationship Id="rId27" Type="http://schemas.openxmlformats.org/officeDocument/2006/relationships/slide" Target="slides/slide21.xml"/><Relationship Id="rId28" Type="http://schemas.openxmlformats.org/officeDocument/2006/relationships/slide" Target="slides/slide22.xml"/><Relationship Id="rId29" Type="http://schemas.openxmlformats.org/officeDocument/2006/relationships/slide" Target="slides/slide23.xml"/><Relationship Id="rId30" Type="http://schemas.openxmlformats.org/officeDocument/2006/relationships/slide" Target="slides/slide24.xml"/><Relationship Id="rId31" Type="http://schemas.openxmlformats.org/officeDocument/2006/relationships/slide" Target="slides/slide25.xml"/><Relationship Id="rId32" Type="http://schemas.openxmlformats.org/officeDocument/2006/relationships/slide" Target="slides/slide26.xml"/><Relationship Id="rId33" Type="http://schemas.openxmlformats.org/officeDocument/2006/relationships/slide" Target="slides/slide27.xml"/><Relationship Id="rId34" Type="http://schemas.openxmlformats.org/officeDocument/2006/relationships/slide" Target="slides/slide28.xml"/><Relationship Id="rId35" Type="http://schemas.openxmlformats.org/officeDocument/2006/relationships/slide" Target="slides/slide29.xml"/><Relationship Id="rId36" Type="http://schemas.openxmlformats.org/officeDocument/2006/relationships/slide" Target="slides/slide30.xml"/><Relationship Id="rId37" Type="http://schemas.openxmlformats.org/officeDocument/2006/relationships/slide" Target="slides/slide31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sz="3600" b="1">
                <a:solidFill>
                  <a:srgbClr val="143C78"/>
                </a:solidFill>
                <a:latin typeface="Source Han Sans CN"/>
              </a:rPr>
              <a:t>中文样本演示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r>
              <a:rPr sz="2000" b="0">
                <a:solidFill>
                  <a:srgbClr val="282828"/>
                </a:solidFill>
                <a:latin typeface="Source Han Sans CN"/>
              </a:rPr>
              <a:t>中文样本文件库 · 思源黑体渲染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2800" b="1">
                <a:solidFill>
                  <a:srgbClr val="143C78"/>
                </a:solidFill>
                <a:latin typeface="Source Han Sans CN"/>
              </a:rPr>
              <a:t>Faker 段落集 1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algn="l"/>
            <a:r>
              <a:rPr sz="1800" b="0">
                <a:solidFill>
                  <a:srgbClr val="282828"/>
                </a:solidFill>
                <a:latin typeface="Source Han Sans CN"/>
              </a:rPr>
              <a:t>完成注册以下什么.喜欢有些部门最后运行一般介绍.一直能够文件他们其实欢迎.他的就是美国只是经济北京不过.这么开始或者选择我们今年谢谢.游戏出现这个本站孩子.一样作为系统功能公司.时间一些自己这个孩子国际.一点开始如何生活感觉新闻资源说明.方面不是企业科技原因喜欢.本站计划地区女人.等级看到方面记者等级基本商品.电影合作一样而且如此.看到地方作为系列.认为也是一般.时候根据国际由于相关.提供只有一起全部重要简介客户.事情联系方法或者大学部分如此.有些首页一次如此.之间无法投资.生产经验帮助帮助.企业部门责任.推荐因为他们无法单位最后提高.不要阅读位置科技可是技术点击搜索.关于这是很多内容如此政府一样.不断如果资源.位置国内我的活动有限服务音乐大小.</a:t>
            </a:r>
          </a:p>
          <a:p>
            <a:pPr algn="l"/>
            <a:r>
              <a:rPr sz="1800" b="0">
                <a:solidFill>
                  <a:srgbClr val="282828"/>
                </a:solidFill>
                <a:latin typeface="Source Han Sans CN"/>
              </a:rPr>
              <a:t>欢迎软件世界记者只是女人有关.比较全国自己之后没有因此地址.各种发生一样单位.有些关于方式两个注意.国际表示很多时候而且只要责任以下.她的详细那些质量不断.网上完全事情汽车标准名称来源密码.会员社会帮助类型地址.原因工作大学增加查看活动一定.自己大小不要发布.学校很多最新回复.比较问题分析最新.设计浏览因此设计历史.程序业务网络解决.</a:t>
            </a:r>
          </a:p>
          <a:p>
            <a:pPr algn="l"/>
            <a:r>
              <a:rPr sz="1800" b="0">
                <a:solidFill>
                  <a:srgbClr val="282828"/>
                </a:solidFill>
                <a:latin typeface="Source Han Sans CN"/>
              </a:rPr>
              <a:t>设备如此发生一些首页威望.工作生产免费这些管理分析.位置发表软件以下任何发现.以后生活其他.标题出来知道登录合作已经.开始完全运行事情学生这种目前.进入现在以下日期重要经营可是.名称需要现在.地址我们简介.知道如何广告解决.是一提高发展特别次数是否.主题还有电子你的.设备有限如果教育市场一起活动.一定所有怎么或者知道.这样如何学校.电子论坛系统为了积分已经.不能一些希望会员事情一次作者.会员用户解决最新成为一样一些.威望大学具有可能.成功我们评论空间音乐.目前之后本站出来.精华音乐因为地方.</a:t>
            </a:r>
          </a:p>
          <a:p>
            <a:pPr algn="l"/>
            <a:r>
              <a:rPr sz="1800" b="0">
                <a:solidFill>
                  <a:srgbClr val="282828"/>
                </a:solidFill>
                <a:latin typeface="Source Han Sans CN"/>
              </a:rPr>
              <a:t>那个您的具有.论坛我们但是大学大家最大人民看到.一下一般参加世界学生方面增加项目.联系能力音乐使用重要认为经营.查看空间更新而且分析电脑.业务公司出现下载这些.部门主要设计公司欢迎表示.过程信息专业语言比较项目虽然网络.完全不要看到得到到了专业.系统要求环境学校合作客户控制.能力经营注册不断男人.东西大小组织是一也是.具有一个新闻语言.合作觉得程序积分当然是否影响.基本东西一定一些可能如此怎么.中文免费原因发展.帖子记者程序商品要求工具.标题历史不是精华今天空间.美国日本来自政府.其他开发密码控制.最新联系不断中国内容上海.大家单位产品科技.汽车一次或者公司手机.大小搜索那些会员.系统发生只要首页但是或者资源如果.系统可以图片精华.一起准备准备地方没有经营语言.</a:t>
            </a:r>
          </a:p>
          <a:p>
            <a:pPr algn="l"/>
            <a:r>
              <a:rPr sz="1800" b="0">
                <a:solidFill>
                  <a:srgbClr val="282828"/>
                </a:solidFill>
                <a:latin typeface="Source Han Sans CN"/>
              </a:rPr>
              <a:t>过程一定阅读研究之后.方法网上开发在线内容不过他们.电影软件管理这是大小系统.搜索次数可能以后方面服务加入.提高生活发现认为就是部分电话.所以发生我们你们.完全事情中心类别只有运行她的原因.威望处理你们社区发布.但是最新出来制作网上.行业不要积分以上各种.主题网站准备虽然女人.发布世界谢谢科技那个以及所以.建设发展一样.浏览只是说明今年需要.行业就是计划完成人员决定游戏.系列精华今天或者.客户资料的是.一切国家控制人民提供发展搜索准备.希望这个经验.必须点击孩子您的.游戏历史网络这么.</a:t>
            </a:r>
          </a:p>
          <a:p>
            <a:pPr algn="l"/>
            <a:r>
              <a:rPr sz="1800" b="0">
                <a:solidFill>
                  <a:srgbClr val="282828"/>
                </a:solidFill>
                <a:latin typeface="Source Han Sans CN"/>
              </a:rPr>
              <a:t>帖子一种北京当前这些简介系列.经营为什方法您的.政府要求进入朋友经验标准那个都是.城市以后可能空间汽车.希望喜欢成为法律程序.手机一切说明或者之后.本站计划一下你们所有更多.现在比较经营也是精华相关业务当前.的话投资今年以后技术女人喜欢.更多你们语言分析.搜索比较加入处理.软件阅读一下学生方面.继续介绍任何密码研究登录欢迎.管理就是解决阅读谢谢根据.项目那么看到而且.责任已经活动方面大家只有推荐.市场中心继续可能业务准备基本.行业不能教育一种.资料日本科技.经营部门这样他的时间系列根据.价格电子下载包括在线一点实现今年.各种法律需要中心国内.价格网络事情.包括决定市场.什么不过还有选择经营.</a:t>
            </a:r>
          </a:p>
          <a:p>
            <a:pPr algn="l"/>
            <a:r>
              <a:rPr sz="1800" b="0">
                <a:solidFill>
                  <a:srgbClr val="282828"/>
                </a:solidFill>
                <a:latin typeface="Source Han Sans CN"/>
              </a:rPr>
              <a:t>出来北京原因行业浏览会员系列.关于支持搜索准备.注册有些当前两个客户.帮助历史政府这个专业.服务评论关于论坛一切如此.法律但是类型不会.经营一些实现您的文件发现单位什么.推荐首页开发支持在线环境情况.服务学习拥有.为了得到她的时候出来合作.这样的话大小各种合作状态电影.设备根据你的处理单位进入不要.还是历史的话.出现资源商品今年.信息合作一下浏览那些显示.商品进入他们资料.资料设计合作程序解决地区.成为而且回复项目结果根据精华.自己所有特别为什.提高一起语言空间大小决定朋友.品牌虽然控制积分很多全部根据部门.标题那个需要只要资源.新闻大小大家学校当然.应用新闻美国那些.</a:t>
            </a:r>
          </a:p>
          <a:p>
            <a:pPr algn="l"/>
            <a:r>
              <a:rPr sz="1800" b="0">
                <a:solidFill>
                  <a:srgbClr val="282828"/>
                </a:solidFill>
                <a:latin typeface="Source Han Sans CN"/>
              </a:rPr>
              <a:t>不过以下这里电影名称关系.没有准备更新技术起来.时候相关如果.选择市场这是.他的发布他的喜欢.安全发现系列特别信息具有.不要直接发表能够特别.最后政府数据论坛实现个人.感觉以后问题城市使用什么联系.公司运行也是出现要求城市.标题操作产品全国怎么应用.网上其实女人现在.浏览最大运行这是.积分分析技术.建设其他增加精华这是品牌如果.国际那么出现科技来自文件.网站发展更多必须中心人员一切.技术网站因为注意一些继续.特别但是谢谢免费进入设计全部回复.就是提供直接日本日期.然后为了文件.</a:t>
            </a:r>
          </a:p>
          <a:p>
            <a:pPr algn="l"/>
            <a:r>
              <a:rPr sz="1800" b="0">
                <a:solidFill>
                  <a:srgbClr val="282828"/>
                </a:solidFill>
                <a:latin typeface="Source Han Sans CN"/>
              </a:rPr>
              <a:t>这些查看价格所以而且出现.看到学校作者方法.那个现在等级留言你们.管理没有可能.以后电子日期一种一直.次数原因深圳内容公司作者来源.女人成为方式一定完全.完成工程质量这么有限作为.发现空间重要女人部分这样.就是业务觉得事情作品一点.一起经营法律文化这么标题.世界威望文章重要网上登录拥有.一直环境城市北京.软件她的最大起来计划.社区根据通过也是关于介绍.图片因此或者系列一个需要语言.出现精华地方进入直接.什么学习电脑投资那么不过有些.一样你的社区查看.介绍阅读以后电脑具有电子.能力特别生活文化.资源是一不过选择能够根据以后我的.今年工程学校阅读本站生产.运行计划其他控制社区不要.需要威望或者以下管理一定在线.</a:t>
            </a:r>
          </a:p>
          <a:p>
            <a:pPr algn="l"/>
            <a:r>
              <a:rPr sz="1800" b="0">
                <a:solidFill>
                  <a:srgbClr val="282828"/>
                </a:solidFill>
                <a:latin typeface="Source Han Sans CN"/>
              </a:rPr>
              <a:t>电影这里详细.发展推荐标准就是公司如此工具.上海如此电影报告社会查看.显示业务以后设计.一直特别怎么以及本站就是资料实现.这个没有登录今年进入只要.大学内容一般规定同时为什单位.基本无法手机作为.次数世界新闻为什公司电脑支持.加入东西目前那个论坛然后的人.中心谢谢主题首页日期有限这里.知道部门之后现在今天免费.所有历史没有业务那些在线解决.当然地方最后.你的不能如此到了评论关于论坛女人.搜索怎么制作标题.广告社会孩子显示.解决东西环境男人.网站我们觉得可能.一些时间项目经济应该.非常处理作为名称这种但是程序直接.能力希望最后日期科技.音乐正在过程.</a:t>
            </a:r>
          </a:p>
          <a:p>
            <a:pPr algn="l"/>
            <a:r>
              <a:rPr sz="1800" b="0">
                <a:solidFill>
                  <a:srgbClr val="282828"/>
                </a:solidFill>
                <a:latin typeface="Source Han Sans CN"/>
              </a:rPr>
              <a:t>完全他们运行浏览朋友时间目前.产品一次质量电子.信息只要很多是一.因此完全生活女人.的是正在记者.文件控制提供方法成功大学规定.公司能力下载.处理简介成为影响市场.功能设备部门报告时间部门.投资进行选择一起不能中心没有.处理问题名称朋友.首页电影无法资料出现.无法网络精华直接一下.应该一直网络.由于可是方法谢谢运行.无法社会的话根据资源目前汽车内容.</a:t>
            </a:r>
          </a:p>
          <a:p>
            <a:pPr algn="l"/>
            <a:r>
              <a:rPr sz="1800" b="0">
                <a:solidFill>
                  <a:srgbClr val="282828"/>
                </a:solidFill>
                <a:latin typeface="Source Han Sans CN"/>
              </a:rPr>
              <a:t>使用解决怎么等级.研究单位一次电影质量作者.也是应用比较其他还是国际.企业密码历史类型.管理一次主要历史不能只要工作.教育类别城市成为以后.手机价格都是更多各种.质量位置我的时间需要当前作为.关系必须设计本站之后.品牌最新来自阅读作品今年客户规定.论坛历史她的不是欢迎为了人员设计.新闻只要功能留言自己.有些发生不能责任说明.威望不能地方用户那个商品.网络不是次数文章孩子标准.简介怎么决定个人合作品牌.任何那些加入得到网站.等级都是如此系列任何电话.日本其中到了不能注册.最新类型程序地址一般上海.全部增加浏览专业.正在详细在线可能.解决网站根据日本原因决定销售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2800" b="1">
                <a:solidFill>
                  <a:srgbClr val="143C78"/>
                </a:solidFill>
                <a:latin typeface="Source Han Sans CN"/>
              </a:rPr>
              <a:t>Faker 段落集 2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algn="l"/>
            <a:r>
              <a:rPr sz="1800" b="0">
                <a:solidFill>
                  <a:srgbClr val="282828"/>
                </a:solidFill>
                <a:latin typeface="Source Han Sans CN"/>
              </a:rPr>
              <a:t>问题电影现在投资虽然历史.中心管理时候到了手机出来.有些最大记者等级用户这么.生活更多品牌.本站什么帮助成功计划喜欢人员.控制软件可是品牌服务.网上应用发展发表在线.我的比较根据.记者单位中文人民公司.规定大家因为.一直网络论坛这些以上.然后东西这种这是.是否我们参加欢迎搜索.一种时间标题之后一样所以喜欢主题.还有原因状态登录内容参加问题.深圳主题阅读.可是大小必须评论.</a:t>
            </a:r>
          </a:p>
          <a:p>
            <a:pPr algn="l"/>
            <a:r>
              <a:rPr sz="1800" b="0">
                <a:solidFill>
                  <a:srgbClr val="282828"/>
                </a:solidFill>
                <a:latin typeface="Source Han Sans CN"/>
              </a:rPr>
              <a:t>基本关系作者次数介绍.感觉能够全部.质量中国空间详细时间次数.图片搜索你们美国什么社区可是.你的不能日本责任单位单位免费.公司任何作者显示.一样工作出现记者大家开始其实.必须全国质量类别这里内容什么专业.完全你们阅读更新出来.选择得到方法很多地区有关责任.行业方式作者积分内容以下.关系下载技术标题虽然处理很多以上.选择社会出来电影操作而且标准.</a:t>
            </a:r>
          </a:p>
          <a:p>
            <a:pPr algn="l"/>
            <a:r>
              <a:rPr sz="1800" b="0">
                <a:solidFill>
                  <a:srgbClr val="282828"/>
                </a:solidFill>
                <a:latin typeface="Source Han Sans CN"/>
              </a:rPr>
              <a:t>其他完成要求作者人民.东西中心其中点击.制作浏览为什他的推荐注册企业.我们一切原因发表.加入美国教育社会精华这种.提供部分完成大学方式.电子所有大学一点作为.特别方式一样不会提高最大应该影响.合作社区北京起来留言全国.学习美国设计电脑为了为什.同时图片显示进入应用.包括音乐男人行业部门一点单位投资.发现通过美国不会生活名称世界.重要首页一次包括选择这里.广告重要知道.能够图片电子说明来自拥有评论.研究留言方式.准备直接一种信息内容大家密码.一直个人怎么登录准备参加.开始社会行业.加入的是拥有音乐管理那些不断.有限其实时间参加正在推荐.点击下载质量来源管理根据那个.工程浏览全部中文免费有些.推荐价格法律因此准备很多关于.</a:t>
            </a:r>
          </a:p>
          <a:p>
            <a:pPr algn="l"/>
            <a:r>
              <a:rPr sz="1800" b="0">
                <a:solidFill>
                  <a:srgbClr val="282828"/>
                </a:solidFill>
                <a:latin typeface="Source Han Sans CN"/>
              </a:rPr>
              <a:t>如何方面只要包括浏览.部门一点大家知道这种.学生推荐推荐学校帖子.男人那些积分国内男人开发语言.记者那个问题地址那些.如果合作下载根据.信息是一全部得到.个人最大城市报告.简介重要阅读.控制空间你的发布或者对于系统报告.能力系列次数的话能力作为那么.更新不断出现分析等级.当前可是操作以下.因为有关组织广告帖子如何.阅读根据等级.朋友以下计划图片一点不要有限.公司还有文件最后.活动可是希望一起比较.作者用户制作喜欢浏览.</a:t>
            </a:r>
          </a:p>
          <a:p>
            <a:pPr algn="l"/>
            <a:r>
              <a:rPr sz="1800" b="0">
                <a:solidFill>
                  <a:srgbClr val="282828"/>
                </a:solidFill>
                <a:latin typeface="Source Han Sans CN"/>
              </a:rPr>
              <a:t>信息不是帮助一起.类型之后的是是否位置中文可以这种.搜索两个网络设备详细.一起当然而且决定.电影美国只要影响一下来源.最大发生可能.服务注册政府他的的话时间.原因参加一定你们我们.国内免费免费最新网络.起来学习问题一个重要无法可以.系列不是的话更新.以后其他上海学生.运行继续标题.发表功能实现经验有关支持.基本历史活动设备.</a:t>
            </a:r>
          </a:p>
          <a:p>
            <a:pPr algn="l"/>
            <a:r>
              <a:rPr sz="1800" b="0">
                <a:solidFill>
                  <a:srgbClr val="282828"/>
                </a:solidFill>
                <a:latin typeface="Source Han Sans CN"/>
              </a:rPr>
              <a:t>参加更新出来工具个人通过.建设过程然后一般使用详细根据.参加项目留言这么作为.报告东西孩子根据.类型大小手机不会由于来源不过.发布公司影响计划.开发之间加入我们我们我们.不是实现必须事情更多.必须两个经营日本应用.电脑时候只要公司.继续信息分析决定法律设备必须.介绍品牌国际如此政府各种.这样不会组织客户研究.图片电影计划一种地址.为了政府还是.数据公司主题然后国家项目.标准孩子决定还有本站注意内容分析.在线公司运行服务一直主要她的.这个生活网络.出现政府软件精华更多孩子这是事情.</a:t>
            </a:r>
          </a:p>
          <a:p>
            <a:pPr algn="l"/>
            <a:r>
              <a:rPr sz="1800" b="0">
                <a:solidFill>
                  <a:srgbClr val="282828"/>
                </a:solidFill>
                <a:latin typeface="Source Han Sans CN"/>
              </a:rPr>
              <a:t>上海处理更新阅读重要.中文国际网上留言所有.那些全国专业空间发展孩子.日期实现通过可能投资语言不要.很多计划这样最后如何的话.工程服务有限推荐法律包括.规定大小网站业务.进行问题名称已经一次最后.出来研究安全注册威望朋友.学校是一网站只是服务一起.原因应用可能登录.人民地址这种结果主要她的拥有.</a:t>
            </a:r>
          </a:p>
          <a:p>
            <a:pPr algn="l"/>
            <a:r>
              <a:rPr sz="1800" b="0">
                <a:solidFill>
                  <a:srgbClr val="282828"/>
                </a:solidFill>
                <a:latin typeface="Source Han Sans CN"/>
              </a:rPr>
              <a:t>说明登录你们认为.介绍评论电子继续密码电话推荐.世界一起留言行业政府然后电话.会员企业要求帖子一些责任.提供一下用户更多.能力经营建设全国.生产控制在线以后程序个人地方.设备的话不是你的.注册商品中文.成功时候类别已经大家很多增加.更多直接法律一切.数据根据可能现在以下有关.</a:t>
            </a:r>
          </a:p>
          <a:p>
            <a:pPr algn="l"/>
            <a:r>
              <a:rPr sz="1800" b="0">
                <a:solidFill>
                  <a:srgbClr val="282828"/>
                </a:solidFill>
                <a:latin typeface="Source Han Sans CN"/>
              </a:rPr>
              <a:t>解决对于广告文件.运行如何国内注意选择然后.到了关于提供发表.只有中国地方技术.一般帖子开始出来.完全位置价格全部不过.安全认为准备学校汽车文章大学.一般关系发生一些这是为什.提高只要直接学生组织.精华女人来源发现.不过希望所以影响价格表示任何注册.设计手机规定完全这里.数据这种精华今年操作位置科技.在线商品来自有限日本一次数据美国.工程你的一种精华登录能够进行.其他一般名称出来.上海作者你们也是学习学习或者.免费地区人民就是.不要商品因此文化男人会员结果.以及一般浏览.必须登录位置国内软件.</a:t>
            </a:r>
          </a:p>
          <a:p>
            <a:pPr algn="l"/>
            <a:r>
              <a:rPr sz="1800" b="0">
                <a:solidFill>
                  <a:srgbClr val="282828"/>
                </a:solidFill>
                <a:latin typeface="Source Han Sans CN"/>
              </a:rPr>
              <a:t>教育到了发现就是论坛一次自己.选择表示电影在线网上.起来程序选择自己.通过进行计划行业.地区来源实现然后评论.本站可能不要注册技术通过.在线质量要求事情.空间图片现在什么.一次直接相关内容.帖子社区应该为了知道在线.的是那么广告一下联系.制作类型活动现在相关密码最新.一点时候解决如此学习看到报告.作者都是项目能力联系类别.空间政府活动这里最新.商品记者这里今年帖子什么.一直的人阅读问题经营方面.企业推荐客户学校男人.基本不同出现操作.精华其实服务不要责任中心东西.人员怎么进入建设必须文化时间.责任部门大家安全电子.你的得到论坛能力首页她的工具.</a:t>
            </a:r>
          </a:p>
          <a:p>
            <a:pPr algn="l"/>
            <a:r>
              <a:rPr sz="1800" b="0">
                <a:solidFill>
                  <a:srgbClr val="282828"/>
                </a:solidFill>
                <a:latin typeface="Source Han Sans CN"/>
              </a:rPr>
              <a:t>那些没有回复.电影方法威望看到.喜欢单位国家基本生产.下载会员处理这么有些应该日本.合作状态出来上海发现手机.应用看到提供知道.孩子资源个人重要必须虽然时间.加入注册介绍的是图片时间.因为希望能够那么工作.开始日本有些的是你们以及以及.留言本站城市注册各种.部门之间不过到了这么.对于国家设计地方有些音乐.</a:t>
            </a:r>
          </a:p>
          <a:p>
            <a:pPr algn="l"/>
            <a:r>
              <a:rPr sz="1800" b="0">
                <a:solidFill>
                  <a:srgbClr val="282828"/>
                </a:solidFill>
                <a:latin typeface="Source Han Sans CN"/>
              </a:rPr>
              <a:t>作为继续地址就是论坛根据过程.孩子表示方面不会运行数据.个人科技工程不能类别一种.阅读操作一点城市不要你的.进行对于深圳而且.为什完全一些全部.法律介绍登录经验成功然后继续.规定一定图片发表因此我们能够.之后网站最后因此.规定公司如何提高.新闻国家那么一定工作中文方法.还有为了之后社区根据进入.控制设备一般他们中国方法报告已经.完成应用的话日本积分发布环境孩子.世界可以广告出现以后北京.主题介绍中心到了设计.无法不断运行具有.一种为什论坛这么安全.的是无法浏览记者情况女人包括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2800" b="1">
                <a:solidFill>
                  <a:srgbClr val="143C78"/>
                </a:solidFill>
                <a:latin typeface="Source Han Sans CN"/>
              </a:rPr>
              <a:t>Faker 段落集 3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algn="l"/>
            <a:r>
              <a:rPr sz="1800" b="0">
                <a:solidFill>
                  <a:srgbClr val="282828"/>
                </a:solidFill>
                <a:latin typeface="Source Han Sans CN"/>
              </a:rPr>
              <a:t>专业各种开始或者方法完全教育.的人进行作者由于只有.内容作者东西发现还是推荐浏览软件.所有正在要求孩子提高.社会之后精华.由于资源不断主题免费学校新闻.会员运行中文今天那个大小注册等级.评论我们深圳那个主要朋友阅读然后.广告搜索是否而且.一个但是那个登录.表示重要评论发表品牌重要推荐.生产不是质量留言城市由于你的.密码提供之后所有信息增加增加.一点作品个人之间科技网络.名称投资方面产品.功能地区一样影响这是当前这个.</a:t>
            </a:r>
          </a:p>
          <a:p>
            <a:pPr algn="l"/>
            <a:r>
              <a:rPr sz="1800" b="0">
                <a:solidFill>
                  <a:srgbClr val="282828"/>
                </a:solidFill>
                <a:latin typeface="Source Han Sans CN"/>
              </a:rPr>
              <a:t>所有应用方面经验然后.提高你们学生开始网络根据相关直接.这个世界同时我的由于.由于更多不要技术一点朋友.用户网站国家一起特别推荐如此参加.登录新闻城市通过出现.重要介绍参加登录.科技的人基本.男人可能人员名称规定经济社会网络.之间来源如果喜欢搜索自己.人民根据一样以后日期企业.之后这些类别实现.其中语言网站.也是而且他的公司积分软件设备.工具个人一直工具次数.更新今年人员特别.这样国际项目孩子企业应该深圳.解决注意阅读开发为了应该.</a:t>
            </a:r>
          </a:p>
          <a:p>
            <a:pPr algn="l"/>
            <a:r>
              <a:rPr sz="1800" b="0">
                <a:solidFill>
                  <a:srgbClr val="282828"/>
                </a:solidFill>
                <a:latin typeface="Source Han Sans CN"/>
              </a:rPr>
              <a:t>结果公司不过学习觉得作者.特别提高出现有限社区如果是一.开发教育设计价格解决完成程序.日本生活你的活动应用能力东西.手机本站基本回复科技.起来制作而且.质量不同搜索精华.这么上海中文状态什么.一种重要世界过程以上男人.不要注意游戏评论表示.文章决定还是中文.品牌经验只要环境只要.</a:t>
            </a:r>
          </a:p>
          <a:p>
            <a:pPr algn="l"/>
            <a:r>
              <a:rPr sz="1800" b="0">
                <a:solidFill>
                  <a:srgbClr val="282828"/>
                </a:solidFill>
                <a:latin typeface="Source Han Sans CN"/>
              </a:rPr>
              <a:t>成功因此目前密码.所以控制电影语言可是.标准发表比较业务评论操作作者资料.所以日期今天结果部门.我们以及运行.上海密码到了留言世界系列只要.合作他的大小价格不断感觉.音乐不要如果.也是规定注册推荐选择业务不是.喜欢积分文化方法最后搜索教育.部分就是发展所以可是电子已经.完全网站同时新闻责任所以记者.经营成为价格资料加入有些要求浏览.次数部门制作日本应用.东西专业系列推荐.</a:t>
            </a:r>
          </a:p>
          <a:p>
            <a:pPr algn="l"/>
            <a:r>
              <a:rPr sz="1800" b="0">
                <a:solidFill>
                  <a:srgbClr val="282828"/>
                </a:solidFill>
                <a:latin typeface="Source Han Sans CN"/>
              </a:rPr>
              <a:t>一直本站应用为了发表位置.其实具有不能已经还是管理.方法只是如果计划为什一些.不要不会有些不能.介绍由于一定自己资料同时电话实现.当然企业游戏.部门系统发展就是当前所有.图片出现自己积分文章这样.东西推荐女人一种.虽然活动提供方式.日本世界她的空间.很多的人人民精华开始当前搜索更新.希望有关状态.空间留言日本游戏项目合作.包括文件能力公司免费.所有通过选择方式工作处理.</a:t>
            </a:r>
          </a:p>
          <a:p>
            <a:pPr algn="l"/>
            <a:r>
              <a:rPr sz="1800" b="0">
                <a:solidFill>
                  <a:srgbClr val="282828"/>
                </a:solidFill>
                <a:latin typeface="Source Han Sans CN"/>
              </a:rPr>
              <a:t>电话谢谢上海电影.还有不同全部提高.数据如何一般.这样起来不同由于电子成为重要.主要科技方式出来品牌阅读介绍.合作显示朋友部门.大学不能报告资料大小.认为分析详细公司朋友深圳谢谢.大家中文一个.次数学习实现计划怎么教育.增加专业全国深圳.类型谢谢不会全部功能单位.论坛还是今天应该.只是有关表示有些之后.可以全国电子.经济操作电子类型您的.在线地址简介.这样拥有女人服务阅读.已经情况作者我的浏览成为两个.评论实现帮助简介参加比较.方法电子结果留言地址活动网站.本站以下自己一般但是.功能有关科技来源.欢迎留言开发首页.数据你的以及免费地方.表示大学已经什么名称因为.</a:t>
            </a:r>
          </a:p>
          <a:p>
            <a:pPr algn="l"/>
            <a:r>
              <a:rPr sz="1800" b="0">
                <a:solidFill>
                  <a:srgbClr val="282828"/>
                </a:solidFill>
                <a:latin typeface="Source Han Sans CN"/>
              </a:rPr>
              <a:t>国内加入人民根据到了文件出来电话.不要数据质量等级地区.过程功能支持标题成为最大工作.浏览文章朋友非常各种来自科技.可能更多在线.来自新闻的话学习.来源因为研究一直联系更多电话.日本只有关于地方.政府为什有些通过公司合作.谢谢法律精华注意学校使用.项目参加加入点击发表注册更新.继续信息觉得工具感觉怎么非常必须.东西生产必须所有可是.认为最新位置方式时候服务作者.分析地址报告工具回复.美国最新什么业务教育看到认为.任何类型不断不过自己.问题商品登录.价格所有由于城市以下解决.点击以上感觉起来很多工具密码.一切分析正在今天.投资部分加入销售阅读帖子.</a:t>
            </a:r>
          </a:p>
          <a:p>
            <a:pPr algn="l"/>
            <a:r>
              <a:rPr sz="1800" b="0">
                <a:solidFill>
                  <a:srgbClr val="282828"/>
                </a:solidFill>
                <a:latin typeface="Source Han Sans CN"/>
              </a:rPr>
              <a:t>实现地区发生在线.深圳这种记者如果.联系中心名称来源部门.知道网络没有品牌.朋友联系使用积分就是.文化积分得到不能密码网上手机.非常注意拥有一般制作文件.学生科技政府他们怎么服务.一切以上根据密码原因教育报告影响.推荐开发一些已经简介如果大小很多.或者设备由于出现简介来源.学校国家信息什么人员一般.如果品牌这样如果各种开始投资.游戏无法其他记者.一定介绍安全一直不要计划来自.</a:t>
            </a:r>
          </a:p>
          <a:p>
            <a:pPr algn="l"/>
            <a:r>
              <a:rPr sz="1800" b="0">
                <a:solidFill>
                  <a:srgbClr val="282828"/>
                </a:solidFill>
                <a:latin typeface="Source Han Sans CN"/>
              </a:rPr>
              <a:t>说明发布都是来源.记者游戏内容技术公司自己.系列学生空间推荐软件推荐.实现有关就是文化当前投资.精华项目来自时候中心.深圳很多大家.浏览那么方式状态.控制方式重要欢迎详细空间.方式美国今年关系学生.影响这是语言最新下载.行业不会起来完全本站科技文章.地区网站自己的是品牌.有些之后设备设计历史.大学欢迎的话更多其中这么.注册其实增加基本经济现在知道为了.中国这是同时国家欢迎.还是报告进入一定简介.一起信息应用学习当前那些.</a:t>
            </a:r>
          </a:p>
          <a:p>
            <a:pPr algn="l"/>
            <a:r>
              <a:rPr sz="1800" b="0">
                <a:solidFill>
                  <a:srgbClr val="282828"/>
                </a:solidFill>
                <a:latin typeface="Source Han Sans CN"/>
              </a:rPr>
              <a:t>北京但是评论主要.教育制作参加但是说明.发现公司广告汽车两个日本.重要评论汽车完全系统自己语言.专业一般之间只要.用户喜欢怎么工具威望知道游戏.环境系统他的时间可能不会文章.出来状态支持只有中心.一次国内这里文章之后人员.类别网站学生地址.电脑同时加入因为.开发但是一种.北京具有为了那么今天你们怎么.语言当然全部一切.详细参加更新电脑公司报告情况.责任文件你们国际还是.图片还有因为美国评论.必须操作详细简介具有广告.各种以下大家通过来源.注意需要但是电脑你的发现其中来源.学生会员商品科技.商品推荐一个女人一样这些.</a:t>
            </a:r>
          </a:p>
          <a:p>
            <a:pPr algn="l"/>
            <a:r>
              <a:rPr sz="1800" b="0">
                <a:solidFill>
                  <a:srgbClr val="282828"/>
                </a:solidFill>
                <a:latin typeface="Source Han Sans CN"/>
              </a:rPr>
              <a:t>分析历史日本各种他们目前.谢谢电话帖子推荐工作作为.其中感觉解决.一个个人推荐.空间当前根据.帮助继续等级解决大学新闻.规定就是处理可以一样.类别电影完成品牌部门知道.部分部分经济拥有作者决定.企业应该那个图片人民.工具要求还是东西这么大学帖子.简介程序销售发展所以教育这样详细.之间分析也是出现发表相关规定发生.然后提高不断可能.一点特别建设详细.直接新闻一次类别技术服务人民.然后分析经济如此专业也是为什当前.浏览新闻选择具有安全.如何责任类型.不是电话出来来源发生学习.音乐不断点击问题帖子环境.公司一下这些方式城市工具.</a:t>
            </a:r>
          </a:p>
          <a:p>
            <a:pPr algn="l"/>
            <a:r>
              <a:rPr sz="1800" b="0">
                <a:solidFill>
                  <a:srgbClr val="282828"/>
                </a:solidFill>
                <a:latin typeface="Source Han Sans CN"/>
              </a:rPr>
              <a:t>参加他的基本.这个类型我的名称朋友标题.你们发展名称设备觉得.原因方法的人设备.建设有些是一这个本站相关女人学生.以后最新注册以上管理地址.历史成为由于日本.我们深圳这里图片之间.地址然后是否网上.历史应该事情都是.现在一样人员投资在线无法电子系统.当然积分所有准备.公司个人你们产品企业一切我们可是.那个增加法律文件电话世界.人员应用手机合作包括觉得起来.虽然经济介绍论坛.搜索程序联系来自.完成有些密码帖子可能怎么.问题帖子使用网上.系统要求当前阅读政府发生没有.销售开发价格安全大学密码事情.有些学校社会数据注册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2800" b="1">
                <a:solidFill>
                  <a:srgbClr val="143C78"/>
                </a:solidFill>
                <a:latin typeface="Source Han Sans CN"/>
              </a:rPr>
              <a:t>Faker 段落集 4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algn="l"/>
            <a:r>
              <a:rPr sz="1800" b="0">
                <a:solidFill>
                  <a:srgbClr val="282828"/>
                </a:solidFill>
                <a:latin typeface="Source Han Sans CN"/>
              </a:rPr>
              <a:t>内容怎么软件要求也是联系.服务东西出现一定那么质量制作.程序关系点击最新这么.一次电影科技销售.拥有销售登录.那么简介这是.深圳为什为了业务你们国家市场帖子.社区商品发表可能解决大学.能够关系位置.发布为什深圳分析经营地方结果.点击可能有些表示价格地区那些留言.实现组织没有销售产品内容怎么.帮助关系朋友今天喜欢音乐发布.有限加入自己.电影现在状态帮助.过程行业发表.必须国家介绍关系相关起来.喜欢不断业务地区世界.一切进行影响通过音乐政府用户.不会在线表示那么最大城市法律.那么研究能力注册发展其他.留言这个我的完成论坛.不同认为同时学习根据可能知道.完全选择功能分析.基本人民发表当然使用组织自己.孩子这些只要手机文件人民.你们内容以后情况环境.</a:t>
            </a:r>
          </a:p>
          <a:p>
            <a:pPr algn="l"/>
            <a:r>
              <a:rPr sz="1800" b="0">
                <a:solidFill>
                  <a:srgbClr val="282828"/>
                </a:solidFill>
                <a:latin typeface="Source Han Sans CN"/>
              </a:rPr>
              <a:t>来源标题必须日期.公司活动决定国家控制.直接教育建设各种.以上企业电脑国家可能之间.这些觉得工程方式.全部是一历史.等级注册原因希望能够准备最后还有.方法注意任何提高根据这里.的人单位处理比较欢迎中国.语言责任评论原因制作同时不同深圳.大学精华在线生活需要行业之后.目前目前相关起来.的人计划浏览自己到了是否注册.作品然后朋友人民专业应该本站所有.到了以上组织开始经营记者.关于广告搜索正在只有两个.之后得到非常有关免费报告更多.的人开始类型这些空间法律准备.安全所有用户发生搜索他们.为什进行他们.然后特别作为不过因为介绍欢迎.同时你们为什阅读我们男人.社区时候但是制作.今年得到自己类型.的人责任专业可能因此或者.开发解决价格你的留言新闻一次.以上威望设计功能今年电脑.登录注意欢迎企业不是我的.</a:t>
            </a:r>
          </a:p>
          <a:p>
            <a:pPr algn="l"/>
            <a:r>
              <a:rPr sz="1800" b="0">
                <a:solidFill>
                  <a:srgbClr val="282828"/>
                </a:solidFill>
                <a:latin typeface="Source Han Sans CN"/>
              </a:rPr>
              <a:t>威望最新文化一切如此不会计划.出来运行朋友一点一样功能喜欢.一种语言内容到了.这样自己大小标准经营非常喜欢.有限为了积分音乐电子应用.日期网站以及.状态知道主题显示服务有些因此.以上市场欢迎类型.市场来源看到.这种组织在线发布.的人浏览投资能力如何.帮助威望增加正在欢迎北京当前.的人帮助或者关于.那么地址部分是一.教育自己进行得到来源方法教育.项目人民包括上海学校只是技术.部门感觉有关我们一种.然后情况比较感觉业务.</a:t>
            </a:r>
          </a:p>
          <a:p>
            <a:pPr algn="l"/>
            <a:r>
              <a:rPr sz="1800" b="0">
                <a:solidFill>
                  <a:srgbClr val="282828"/>
                </a:solidFill>
                <a:latin typeface="Source Han Sans CN"/>
              </a:rPr>
              <a:t>控制无法是否人员处理提供.以下感觉为什方法得到发展.分析最后地址.过程社会成为有关一般你的.男人需要公司文件管理不同.必须认为时候朋友.的话认为的话全部美国全部解决.选择全国浏览类型合作朋友今年.一直文化服务一定.觉得日期可是因为经济提供文件建设.您的推荐帖子今天这么一个而且.经济帮助阅读简介全国自己能力.影响价格也是开始.工作单位那个报告为了他们能力男人.城市特别最新原因.继续作品不过.原因工作主题方法类别.品牌能够通过非常.网站电话还是参加广告.必须可以系列.</a:t>
            </a:r>
          </a:p>
          <a:p>
            <a:pPr algn="l"/>
            <a:r>
              <a:rPr sz="1800" b="0">
                <a:solidFill>
                  <a:srgbClr val="282828"/>
                </a:solidFill>
                <a:latin typeface="Source Han Sans CN"/>
              </a:rPr>
              <a:t>回复精华电话支持有限正在非常.只有已经分析全国关系.文化进行你的这个政府地方网络.位置人民事情.企业报告非常两个资源.是一资源以下也是方式浏览.公司作为一定全部.来源发表标题.类别表示会员.这是一个电子作品登录知道.人员无法北京关系.还有根据是一发展浏览处理音乐.而且为什欢迎来自空间还是.非常记者只是操作留言价格.密码论坛欢迎学生次数生活人员.新闻作者搜索应用内容现在等级.只是记者系统不过.组织增加评论情况其中数据.大小不会最后参加东西环境.有限虽然所以学习发布增加责任作者.解决然后用户其实有关电影.因为的是完全.不是电话不要投资方法经验.有限北京公司论坛报告.活动联系中心社会工具.国家活动工程控制工程搜索到了.希望其实非常记者所以部门.</a:t>
            </a:r>
          </a:p>
          <a:p>
            <a:pPr algn="l"/>
            <a:r>
              <a:rPr sz="1800" b="0">
                <a:solidFill>
                  <a:srgbClr val="282828"/>
                </a:solidFill>
                <a:latin typeface="Source Han Sans CN"/>
              </a:rPr>
              <a:t>基本单位活动什么系统.直接知道环境男人类型发生以下.得到北京的话都是学习.上海质量资源电子单位就是一次公司.完成所以查看国家.如此知道地区但是学习.来源密码成为学习.到了主题网络能力.比较自己什么都是.类型必须电话然后方法.这种同时实现选择自己.北京表示之后企业以后所有.政府但是这样用户之间.空间也是男人新闻详细时候之后经济.一种中国安全已经出现加入.学习作者需要会员.通过任何新闻日本如果的话国际.事情操作标准.方面不同能够继续必须虽然的话业务.标准资料这里中心最后一样.查看实现提供因为分析.那么查看事情电脑今年.</a:t>
            </a:r>
          </a:p>
          <a:p>
            <a:pPr algn="l"/>
            <a:r>
              <a:rPr sz="1800" b="0">
                <a:solidFill>
                  <a:srgbClr val="282828"/>
                </a:solidFill>
                <a:latin typeface="Source Han Sans CN"/>
              </a:rPr>
              <a:t>记者会员提高两个不过.不会最大这里社区联系详细生活.查看的话学生已经如何.责任希望处理的话学习然后.发展影响发布一样.设备下载因为状态.计划服务报告具有加入影响.行业方面研究更多这么行业管理中国.提供一直提高阅读进入完成.操作看到政府欢迎当前.环境特别比较一起实现市场你们以下.以后介绍积分类别系统.</a:t>
            </a:r>
          </a:p>
          <a:p>
            <a:pPr algn="l"/>
            <a:r>
              <a:rPr sz="1800" b="0">
                <a:solidFill>
                  <a:srgbClr val="282828"/>
                </a:solidFill>
                <a:latin typeface="Source Han Sans CN"/>
              </a:rPr>
              <a:t>作为非常这个.学生进行所有因为虽然投资.文化责任信息进行.方面一起电影科技重要.系列本站文化你们发现.以及成为点击网络他们只是.地区方式标准市场评论.教育作品看到决定注意学校一次.技术汽车帖子没有文件.当然下载也是大家.主要不过威望完全这里城市主题.发表进行价格.这里次数销售一切那么之间不过就是.最新服务注册最后不过准备影响目前.制作公司全部项目语言一切不过支持.只是孩子虽然工作制作广告.控制销售一直中文设计网络.工具以上怎么希望活动不要.合作文章生活感觉.个人具有状态事情.</a:t>
            </a:r>
          </a:p>
          <a:p>
            <a:pPr algn="l"/>
            <a:r>
              <a:rPr sz="1800" b="0">
                <a:solidFill>
                  <a:srgbClr val="282828"/>
                </a:solidFill>
                <a:latin typeface="Source Han Sans CN"/>
              </a:rPr>
              <a:t>浏览得到不过地区进行历史语言.投资能力联系学习.其实但是原因需要其实.知道这些查看积分.设备教育标准来自生产任何一般.重要网站简介所以研究喜欢拥有管理.这里电影以后品牌生活.现在增加他们处理责任.以后北京作品孩子通过注册.项目主要环境拥有首页回复标题.得到以及主题手机.今天为什国家汽车直接.客户信息网络品牌不断生活显示.不要详细而且经济特别提高电脑过程.的话原因合作起来重要.软件通过大学一些没有经济任何关于.活动软件市场精华那个在线.大小来源发表提供简介政府.应用为什提供你们中文记者工程.准备部分状态是一世界一定汽车.城市销售政府他们.有些处理合作完全一次非常.</a:t>
            </a:r>
          </a:p>
          <a:p>
            <a:pPr algn="l"/>
            <a:r>
              <a:rPr sz="1800" b="0">
                <a:solidFill>
                  <a:srgbClr val="282828"/>
                </a:solidFill>
                <a:latin typeface="Source Han Sans CN"/>
              </a:rPr>
              <a:t>活动网站其中两个.学校你的更新操作谢谢.论坛关于发现上海文化注意之间.没有音乐分析.什么业务那些详细出现.只要主要同时业务.一定信息处理很多欢迎业务之间.时候开始法律之后.文件国内为什企业分析产品为什.这是分析正在首页经营.实现东西价格如何比较其中帮助.美国标题商品加入方面.以下国内的是注册.部分详细制作没有.网上不断认为是一质量文件企业.继续发生次数信息一切.图片女人开始关于管理电子.会员拥有东西文章自己以后经济.标准品牌出来.可是必须记者系统最大这个.其实更新文章注意重要男人.国家经营经济网络.然后国家最新活动.世界全部一定男人下载工程之间.注册网络的话都是显示.成功北京建设社区公司世界.注意生活他的.</a:t>
            </a:r>
          </a:p>
          <a:p>
            <a:pPr algn="l"/>
            <a:r>
              <a:rPr sz="1800" b="0">
                <a:solidFill>
                  <a:srgbClr val="282828"/>
                </a:solidFill>
                <a:latin typeface="Source Han Sans CN"/>
              </a:rPr>
              <a:t>欢迎希望可以增加现在不会.软件计划以上支持.正在主要记者可以下载.操作作为开始系列大学根据市场.地方这些报告孩子比较也是活动组织.单位美国单位登录软件作者操作如何.特别服务特别环境.非常查看拥有目前包括一般阅读.时间世界具有系统功能方式.出现选择国际还有但是.公司自己语言支持信息质量那些业务.有些没有两个具有主要.</a:t>
            </a:r>
          </a:p>
          <a:p>
            <a:pPr algn="l"/>
            <a:r>
              <a:rPr sz="1800" b="0">
                <a:solidFill>
                  <a:srgbClr val="282828"/>
                </a:solidFill>
                <a:latin typeface="Source Han Sans CN"/>
              </a:rPr>
              <a:t>是否或者人民不是应用最大不同.不过没有计划管理.下载中文男人精华专业.当然国内出来然后登录世界.具有作者学习一起本站来源情况.怎么事情已经.可是得到次数经济所有经济.女人出来时候你们因此发生公司都是.方法一直生活看到以上.成功中心教育深圳完成以后那个之后.不会注意责任有关安全.建设在线发布一个次数这么之间不过.虽然北京作品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2800" b="1">
                <a:solidFill>
                  <a:srgbClr val="143C78"/>
                </a:solidFill>
                <a:latin typeface="Source Han Sans CN"/>
              </a:rPr>
              <a:t>Faker 段落集 5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algn="l"/>
            <a:r>
              <a:rPr sz="1800" b="0">
                <a:solidFill>
                  <a:srgbClr val="282828"/>
                </a:solidFill>
                <a:latin typeface="Source Han Sans CN"/>
              </a:rPr>
              <a:t>状态一些的人最大提供的是发展.得到电影人员电话.很多图片电话只是网站.很多这样市场软件.责任以后这里公司.不是专业可是计划.新闻论坛单位实现主题我的只有是一.正在但是系统出现一次日本.发现过程看到方面.回复知道相关威望状态方面设备.设计非常环境.一般的是什么教育一个基本.准备大家一个不是资料全部可能.名称环境那些发表.行业工具之后阅读显示必须只是.发现能够希望原因资料.两个有限自己.没有责任质量如此到了.一次以下参加那么联系.软件发布的话解决关系以后也是.选择美国今天自己投资.</a:t>
            </a:r>
          </a:p>
          <a:p>
            <a:pPr algn="l"/>
            <a:r>
              <a:rPr sz="1800" b="0">
                <a:solidFill>
                  <a:srgbClr val="282828"/>
                </a:solidFill>
                <a:latin typeface="Source Han Sans CN"/>
              </a:rPr>
              <a:t>功能正在选择无法作者质量.那些图片国内必须.个人能够关于进入.到了查看作者位置网络现在.有关技术责任有限介绍今天设计.情况信息来源觉得主要.资源项目这些还是现在中国日本.同时已经男人次数北京不能今天操作.因此经营来自为什应用.政府设计当前两个状态地区.规定发生谢谢虽然.价格帮助位置.功能需要如何.然后增加可能全国.</a:t>
            </a:r>
          </a:p>
          <a:p>
            <a:pPr algn="l"/>
            <a:r>
              <a:rPr sz="1800" b="0">
                <a:solidFill>
                  <a:srgbClr val="282828"/>
                </a:solidFill>
                <a:latin typeface="Source Han Sans CN"/>
              </a:rPr>
              <a:t>报告女人非常功能直接.资源国内日本中国.状态当前点击.认为地址时间世界自己作为增加.显示或者学生注册感觉我们.一些地区更多很多帖子直接.应用也是不能回复.资源项目如何而且关系.发生管理推荐企业大学继续.企业搜索因为结果解决发表.已经处理应用推荐.不能一直报告到了简介功能语言.对于个人位置这些之间使用技术论坛.当前日本电影一样那么.</a:t>
            </a:r>
          </a:p>
          <a:p>
            <a:pPr algn="l"/>
            <a:r>
              <a:rPr sz="1800" b="0">
                <a:solidFill>
                  <a:srgbClr val="282828"/>
                </a:solidFill>
                <a:latin typeface="Source Han Sans CN"/>
              </a:rPr>
              <a:t>浏览经验管理什么历史音乐手机.介绍本站这是以下设备非常一定一切.登录标题得到.无法你的进入增加最新地方.进入业务数据图片问题简介最大.很多相关结果完成不会您的完全.活动那些不能是一文化.全国状态应该.进入研究这么技术科技.原因那个国内.操作功能继续自己美国认为.他的更多欢迎开发广告推荐主要准备.拥有支持世界虽然名称.重要登录继续时候.一起不断加入介绍.合作地方一起全国虽然.情况能力的是更多.可是介绍的是的话.全国类别城市注册数据.历史图片有些出来现在.</a:t>
            </a:r>
          </a:p>
          <a:p>
            <a:pPr algn="l"/>
            <a:r>
              <a:rPr sz="1800" b="0">
                <a:solidFill>
                  <a:srgbClr val="282828"/>
                </a:solidFill>
                <a:latin typeface="Source Han Sans CN"/>
              </a:rPr>
              <a:t>工具音乐结果发展.单位数据情况其中广告公司登录主题.然后他们表示以上单位.资源这些还有用户.发展最新得到科技因为使用网上.基本自己之间作者实现文章.的人生产显示.世界文化生产评论名称有限因为.怎么发展主题.国际搜索技术内容准备只是其实作者.学生国际文章.发表商品原因有些为什女人.论坛解决发布活动环境开始.虽然运行怎么他的一样活动表示.因为专业今年有限什么.会员信息完全应该.非常公司有关本站基本品牌特别.不断生活法律一个.其中解决法律.</a:t>
            </a:r>
          </a:p>
          <a:p>
            <a:pPr algn="l"/>
            <a:r>
              <a:rPr sz="1800" b="0">
                <a:solidFill>
                  <a:srgbClr val="282828"/>
                </a:solidFill>
                <a:latin typeface="Source Han Sans CN"/>
              </a:rPr>
              <a:t>两个学校一点语言国内.他们日本出来系统.通过因为产品是否生活等级那些看到.以下电影是一价格资源文件.一些当然学习作品.设计相关全国他们通过经验人员.得到密码经营.全国广告城市这个时候为了业务.资料联系方式今年由于研究欢迎.不会其实一定有些那个可以音乐.来自时间一样支持.登录威望到了发现管理质量.不同服务孩子我的生活积分两个.那些留言方法这种特别.作为研究内容.要求重要正在环境.浏览国内电脑东西.联系价格功能发表.实现方式包括关于欢迎商品发布.</a:t>
            </a:r>
          </a:p>
          <a:p>
            <a:pPr algn="l"/>
            <a:r>
              <a:rPr sz="1800" b="0">
                <a:solidFill>
                  <a:srgbClr val="282828"/>
                </a:solidFill>
                <a:latin typeface="Source Han Sans CN"/>
              </a:rPr>
              <a:t>到了发布社会.电子留言为了她的网络评论.开发可是所以工作.显示操作单位有关查看规定.以后希望这样责任经验地区详细.两个喜欢中心重要原因.发生美国下载需要方式不过.来自论坛电子继续系统记者我的.你们全部这里他们.那些下载政府用户国内.成为还是当然一定中国阅读运行.能够发现因此.以及经验合作这样那些.经营需要免费企业您的.日本回复计划感觉免费那些.可以语言数据.发布以及无法两个他的.出来其实精华.人员主题特别作品认为方式电影地方.管理基本建设一个.由于准备决定时候来自这么其他.公司怎么参加目前解决各种.一点系统两个免费学生应用最新.应用提高历史专业品牌两个作品.业务评论一点支持或者业务.准备次数这个帮助投资活动销售.经营标题因为正在.</a:t>
            </a:r>
          </a:p>
          <a:p>
            <a:pPr algn="l"/>
            <a:r>
              <a:rPr sz="1800" b="0">
                <a:solidFill>
                  <a:srgbClr val="282828"/>
                </a:solidFill>
                <a:latin typeface="Source Han Sans CN"/>
              </a:rPr>
              <a:t>其他还有那个但是起来.位置其中社会成为无法企业技术.城市一次处理希望电话.还是不能你的其中安全以后.这些只有一些因为.因此正在一下今天之间.更多内容方式提供功能认为什么.作为成为选择法律.具有的人电影原因国内.通过女人希望工具参加.今天一样品牌一定开始论坛音乐阅读.非常准备最新简介.她的部门方法这是浏览.孩子时间详细中国经济计划不同.他的都是国内商品电影合作.有些是否一点对于方式标准市场.中文密码一个报告.有限无法开发进入制作其他他们.以上地址他的次数网络朋友.出现联系以后.相关来源密码一般留言.文化进入大小朋友加入.</a:t>
            </a:r>
          </a:p>
          <a:p>
            <a:pPr algn="l"/>
            <a:r>
              <a:rPr sz="1800" b="0">
                <a:solidFill>
                  <a:srgbClr val="282828"/>
                </a:solidFill>
                <a:latin typeface="Source Han Sans CN"/>
              </a:rPr>
              <a:t>看到位置无法.因为所以地方推荐资源.比较他的电子具有.准备她的他们一些回复研究上海开发.企业服务科技作者发表.喜欢历史发布如果技术计划自己.注意更多现在今天.简介这么深圳都是还是看到.谢谢一起但是大家以上这是.经验设计业务.相关地址过程状态安全自己.一种资料活动完全一样.然后是一有限所有.因为系统目前状态控制法律城市地方.如果然后类别.支持资源手机对于管理显示什么.</a:t>
            </a:r>
          </a:p>
          <a:p>
            <a:pPr algn="l"/>
            <a:r>
              <a:rPr sz="1800" b="0">
                <a:solidFill>
                  <a:srgbClr val="282828"/>
                </a:solidFill>
                <a:latin typeface="Source Han Sans CN"/>
              </a:rPr>
              <a:t>已经当前不同对于只是发现.男人最新女人增加.加入时候电话安全.免费结果包括参加实现.程序处理名称公司你的直接.以及查看威望功能登录广告操作单位.学习这个设备的话.应用处理进行但是密码不断包括.内容下载一样搜索经验.的话显示标准生活学生这么留言.查看法律欢迎不过查看活动.一定为什孩子只是记者一下地方.类型您的报告直接中文.免费安全文件深圳解决原因.包括两个因此.以后最后注意开发这是地区不过经营.</a:t>
            </a:r>
          </a:p>
          <a:p>
            <a:pPr algn="l"/>
            <a:r>
              <a:rPr sz="1800" b="0">
                <a:solidFill>
                  <a:srgbClr val="282828"/>
                </a:solidFill>
                <a:latin typeface="Source Han Sans CN"/>
              </a:rPr>
              <a:t>无法可能很多.更新国际网上同时这个.已经法律一下.一直还有男人没有.政府一点介绍运行.行业事情以及是一提供.经营客户作品合作组织安全.什么威望原因不是音乐.方式感觉准备电子商品社会不能.工作合作国内非常城市最新人民起来.一直设计是一下载.只有过程时候语言位置.只有得到有关等级.操作研究威望研究产品用户孩子.会员因为其实认为无法正在.发现还有生活操作等级具有日本.帖子一点城市都是.什么能够最大加入.特别可能地方留言当然教育.中文工具加入服务.基本技术没有等级计划.服务论坛过程能够状态开发类型.留言责任控制发布责任正在日期.两个所有认为企业投资怎么.文化为了不能一定详细.网上影响谢谢.留言推荐电子发布密码你们网站.</a:t>
            </a:r>
          </a:p>
          <a:p>
            <a:pPr algn="l"/>
            <a:r>
              <a:rPr sz="1800" b="0">
                <a:solidFill>
                  <a:srgbClr val="282828"/>
                </a:solidFill>
                <a:latin typeface="Source Han Sans CN"/>
              </a:rPr>
              <a:t>一定空间包括来自完全所以.喜欢政府最后作品的人行业.注意无法觉得我的需要更多主题.服务任何信息一个位置.进入会员但是的是社区提高解决.出来认为网上不过最新全国软件次数.电影说明密码开发.商品资料实现还是.国际如何语言问题.国内成为就是查看内容为了市场.论坛责任当然空间情况公司.这个程序完全的人一定虽然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2800" b="1">
                <a:solidFill>
                  <a:srgbClr val="143C78"/>
                </a:solidFill>
                <a:latin typeface="Source Han Sans CN"/>
              </a:rPr>
              <a:t>Faker 段落集 6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algn="l"/>
            <a:r>
              <a:rPr sz="1800" b="0">
                <a:solidFill>
                  <a:srgbClr val="282828"/>
                </a:solidFill>
                <a:latin typeface="Source Han Sans CN"/>
              </a:rPr>
              <a:t>经济谢谢一点一样标准.东西类型主要精华专业电脑分析精华.加入精华已经以后.然后来自其中公司更新.出现他的时候时间会员.今天方面国内类型你的不同以上.进入一般表示内容中国包括之间.觉得只是都是由于.女人不同这个她的那些根据提高.重要还有是一推荐.游戏一定一下大小有关感觉注册她的.深圳一些相关.分析评论不是北京.来自地方留言进行商品.本站位置由于显示应该结果发生.进入全部这样服务有些发现具有内容.经验那些如此今年那些.有限作为参加帮助一样帮助威望.网络他的他的可以现在电子资源.文件介绍只要.用户其他标准谢谢设备已经不同日本.作为专业学生应该.那么两个只要大小.主题评论一直应用只有生活.</a:t>
            </a:r>
          </a:p>
          <a:p>
            <a:pPr algn="l"/>
            <a:r>
              <a:rPr sz="1800" b="0">
                <a:solidFill>
                  <a:srgbClr val="282828"/>
                </a:solidFill>
                <a:latin typeface="Source Han Sans CN"/>
              </a:rPr>
              <a:t>地址一直电话部分您的社区点击目前.所以他们一个最后他们.用户点击那么发生政府研究在线.需要人员不要.能力国家国家电影.时间电脑研究城市你的日期.关于作品无法没有.原因使用不要参加.这些时间美国问题所有关于出来.内容时间操作就是城市发布.通过这种一直网站非常这么一切欢迎.法律一点目前详细.报告更新电子语言个人帮助.都是然后世界在线数据全部而且.最新今天大小成功如此有些如此.参加会员她的作品.大小所以喜欢能力.介绍帮助销售联系根据.两个最新状态作品关系正在更多.工作他们游戏以后提供我的.包括同时实现完全日本然后.以及完全制作或者其实您的.表示软件查看设计.希望责任企业只是类别.以后由于搜索.</a:t>
            </a:r>
          </a:p>
          <a:p>
            <a:pPr algn="l"/>
            <a:r>
              <a:rPr sz="1800" b="0">
                <a:solidFill>
                  <a:srgbClr val="282828"/>
                </a:solidFill>
                <a:latin typeface="Source Han Sans CN"/>
              </a:rPr>
              <a:t>希望提供参加如何等级合作.不会点击那么还有得到.由于学生看到男人以下更多.经济设计选择业务留言成为.北京使用由于一切支持论坛.虽然他们女人首页阅读到了.实现发展目前她的必须.以下处理品牌在线是否.自己首页所有如果比较还是都是.自己发布信息资源进行.我的他的应该服务更新产品经济最大.就是更多方法合作而且.开始很多位置任何浏览时间现在.帖子项目具有.生产论坛作为北京网站文件.开始全部同时单位所以那些.过程出来可以我的就是的话.项目质量部门进行一样.资料方法一下首页电话首页一下.参加项目之间国家.市场相关不能中文专业包括.</a:t>
            </a:r>
          </a:p>
          <a:p>
            <a:pPr algn="l"/>
            <a:r>
              <a:rPr sz="1800" b="0">
                <a:solidFill>
                  <a:srgbClr val="282828"/>
                </a:solidFill>
                <a:latin typeface="Source Han Sans CN"/>
              </a:rPr>
              <a:t>城市比较可能介绍的是全国发展点击.国际等级品牌主题具有一定各种.作品大小一直现在都是正在.你的管理以下科技生活本站参加.经营通过社区开发增加.非常公司北京那个生活.事情电话直接发表.专业直接不断具有.报告然后国家处理什么查看有关.时候那么也是分析组织一点.那么论坛发布到了部门.一定无法社区语言有关环境.虽然数据具有当前今天不是她的最新.科技然后通过.教育历史密码更新.</a:t>
            </a:r>
          </a:p>
          <a:p>
            <a:pPr algn="l"/>
            <a:r>
              <a:rPr sz="1800" b="0">
                <a:solidFill>
                  <a:srgbClr val="282828"/>
                </a:solidFill>
                <a:latin typeface="Source Han Sans CN"/>
              </a:rPr>
              <a:t>次数目前她的今天经验.那个所以项目威望设计继续不断.的话目前得到男人一个.方式显示如何电脑.研究工作可以新闻.进行通过虽然点击上海.帮助专业所以.公司经济责任作者不能.特别美国表示一样已经非常.重要这里地方具有非常品牌他们.帖子不能问题以后次数谢谢.国际国家查看不是标准名称会员.直接世界免费单位继续.标准新闻你们日期最大联系你的.出来全国看到空间可是开始.评论朋友网站.经济只是客户一点是否您的一些.程序一定情况今年方面.这是建设有些之后.拥有分析谢谢本站.怎么以及组织一点大小已经政府如果.新闻历史以后如何.有关是否数据详细.作者标准地址一定参加当前产品.这里行业什么.更多为了登录政府选择你们.全部但是北京她的商品一些.</a:t>
            </a:r>
          </a:p>
          <a:p>
            <a:pPr algn="l"/>
            <a:r>
              <a:rPr sz="1800" b="0">
                <a:solidFill>
                  <a:srgbClr val="282828"/>
                </a:solidFill>
                <a:latin typeface="Source Han Sans CN"/>
              </a:rPr>
              <a:t>网站事情处理那么中国.时间有关最后文化但是.标准选择日期行业公司.项目认为可是你们音乐虽然.本站电影电子.觉得以后他们.帮助还有而且研究商品类型.如果社区安全虽然.有些广告产品人员非常拥有游戏.游戏开发关于.参加日期以下那么女人功能.有限就是安全登录经验一些操作内容.搜索部分我的威望帮助一次.业务希望地址文件.所以经验不是首页控制社区安全浏览.是一不要以上还是要求经验设计.来自如此所以美国.要求解决一定威望语言深圳.控制政府密码发展一直游戏学生.名称历史要求不能.部门全国无法男人.一个设计中文法律客户.希望投资其中大家.最后上海得到网上我的.得到如何出现重要服务.控制中国投资继续.来源名称欢迎中国.</a:t>
            </a:r>
          </a:p>
          <a:p>
            <a:pPr algn="l"/>
            <a:r>
              <a:rPr sz="1800" b="0">
                <a:solidFill>
                  <a:srgbClr val="282828"/>
                </a:solidFill>
                <a:latin typeface="Source Han Sans CN"/>
              </a:rPr>
              <a:t>系列资源或者地址重要.操作选择质量提高.精华当然包括安全规定.自己政府上海来自.更多这样精华本站留言地区.不过帖子说明完成设计.程序项目等级重要.只是解决这些关系现在只要.设计一定开发东西人民或者查看.时间专业因此教育来自.正在资料觉得建设名称.能力很多项目出来目前大小.完成必须一点要求市场不断.因为方法一下.图片系统方法为什部门.当前因此所以能够过程中文原因发现.工作最大这些而且成为电脑.全国由于不会的人那些.</a:t>
            </a:r>
          </a:p>
          <a:p>
            <a:pPr algn="l"/>
            <a:r>
              <a:rPr sz="1800" b="0">
                <a:solidFill>
                  <a:srgbClr val="282828"/>
                </a:solidFill>
                <a:latin typeface="Source Han Sans CN"/>
              </a:rPr>
              <a:t>运行时候发展搜索.她的继续提供开发.首页帮助解决大学分析提供联系.本站进行我们软件价格国家.用户大家项目.但是单位我们经营情况解决.上海出现这些帮助公司所以推荐.这样标准原因.支持过程详细等级.这样无法如何专业.就是一样其中作品操作.手机开发完全中国成功.或者安全这里地方.一点商品地址专业记者.成为中国发现.</a:t>
            </a:r>
          </a:p>
          <a:p>
            <a:pPr algn="l"/>
            <a:r>
              <a:rPr sz="1800" b="0">
                <a:solidFill>
                  <a:srgbClr val="282828"/>
                </a:solidFill>
                <a:latin typeface="Source Han Sans CN"/>
              </a:rPr>
              <a:t>资源本站已经登录为了.美国有限您的管理是否到了.发现帮助操作这些设备.应用信息这个文件操作.发布女人公司那个.项目起来到了作者论坛其中.怎么介绍大家怎么.比较更多游戏谢谢为什回复.因为发布应该.建设情况地方进行不会.城市其他电脑相关最后操作直接更新.工程以后可是查看问题世界.注册东西北京基本成功中文上海.音乐说明来源.学生怎么免费经验出来一个.那么根据应用觉得.今年类别这样时候生活如果.一样不同根据一般在线数据准备.来源法律任何.感觉加入发现时间全国注意还是.能够网上来自以后项目完全.怎么应该全国无法标题应用.程序作为这个自己.他的开始朋友如此他的比较.还有进行男人投资汽车一个.企业系统可是加入.</a:t>
            </a:r>
          </a:p>
          <a:p>
            <a:pPr algn="l"/>
            <a:r>
              <a:rPr sz="1800" b="0">
                <a:solidFill>
                  <a:srgbClr val="282828"/>
                </a:solidFill>
                <a:latin typeface="Source Han Sans CN"/>
              </a:rPr>
              <a:t>类别认为为了状态.情况基本有限开始大小大学技术作为.一定增加留言不过原因但是发展这是.如何非常能够这么推荐系列是一这是.学校必须影响今天品牌选择.社会能够出现我们欢迎.只是过程设备发布客户帖子.经验一样更新已经过程男人.不要开发他们状态原因评论特别.显示只要时间他们管理拥有.一点提供深圳威望推荐技术.发表类别标题状态学校.工作生产的话完成操作点击主题.对于地方研究完全男人能够.的话应该建设方法行业就是评论.人民有限大学必须特别这种人民.到了当前资源用户部门各种.如何注意他的男人.怎么还有然后日本阅读到了.应用这么进行各种.经济计划一起不会只是那么.汽车运行最后不同看到使用能力也是.可能部门最新影响.本站专业过程只有电话.</a:t>
            </a:r>
          </a:p>
          <a:p>
            <a:pPr algn="l"/>
            <a:r>
              <a:rPr sz="1800" b="0">
                <a:solidFill>
                  <a:srgbClr val="282828"/>
                </a:solidFill>
                <a:latin typeface="Source Han Sans CN"/>
              </a:rPr>
              <a:t>推荐国家合作政府这些.自己或者类别系统本站全部关于.查看注意时间问题需要方法操作.语言他们北京一般数据名称.中心状态实现最新作品目前的话.两个部分决定不会.数据也是工程他们.下载以及运行作者国内包括比较汽车.基本感觉出来一起情况浏览的是学习.深圳状态关系这个知道.全部质量你的音乐责任.资源单位电话.的是原因运行.有限怎么应用.</a:t>
            </a:r>
          </a:p>
          <a:p>
            <a:pPr algn="l"/>
            <a:r>
              <a:rPr sz="1800" b="0">
                <a:solidFill>
                  <a:srgbClr val="282828"/>
                </a:solidFill>
                <a:latin typeface="Source Han Sans CN"/>
              </a:rPr>
              <a:t>表示操作没有必须.工具或者不要发生最新地区.免费注册部分历史为什的是国内得到.客户不断开始合作您的研究开始.文化根据规定过程有关学生开始.日本而且方式大小当然需要您的.学生人员更新认为显示地区任何.已经建设应用学习比较通过.政府解决国内有关关于技术.公司觉得提供不会谢谢能力本站.的话生活报告.知道因为不会电脑可是所有数据事情.最新情况说明过程.需要汽车起来服务.其中名称方式一下更多图片能够准备.根据用户应该以下他的一种.觉得就是标题大小.语言而且开始更多其他.提供联系关系事情.介绍之间项目同时工具搜索.人员可以技术安全感觉来自.现在设计各种现在生活正在.用户电子人员方式自己大家这是.美国程序还有规定上海.用户管理最大其中.方式因为进入国家欢迎.所有当然销售不能语言个人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2800" b="1">
                <a:solidFill>
                  <a:srgbClr val="143C78"/>
                </a:solidFill>
                <a:latin typeface="Source Han Sans CN"/>
              </a:rPr>
              <a:t>Faker 段落集 7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algn="l"/>
            <a:r>
              <a:rPr sz="1800" b="0">
                <a:solidFill>
                  <a:srgbClr val="282828"/>
                </a:solidFill>
                <a:latin typeface="Source Han Sans CN"/>
              </a:rPr>
              <a:t>合作只要公司解决教育.工作男人之间以上世界地址.客户东西问题不是合作.手机详细如何其中非常.一定这样人民人民管理以后.本站过程图片如此.专业主要不过生产大学国家其中.拥有什么出来说明深圳电子法律.部分一切可以资料这里方面这种.还是下载其他知道上海上海过程一直.无法参加标题方面全国上海电话.正在一般来自你们产品控制责任相关.特别他们是否市场.北京发生通过知道更新这么还有.其实时候准备.工具搜索其他.中心不同来源推荐电子.空间没有电话.质量日本公司回复制作会员用户.用户所以原因运行环境不能作品.状态不要设备程序活动.一定网络但是那么.数据基本一切手机这样文章这里所有.浏览行业他的这样网上广告政府.增加都是回复.或者如此由于查看根据.有些免费国际应该工程男人.</a:t>
            </a:r>
          </a:p>
          <a:p>
            <a:pPr algn="l"/>
            <a:r>
              <a:rPr sz="1800" b="0">
                <a:solidFill>
                  <a:srgbClr val="282828"/>
                </a:solidFill>
                <a:latin typeface="Source Han Sans CN"/>
              </a:rPr>
              <a:t>次数公司个人一种时候而且目前.她的出来其他来源进行.因为特别还是提高已经发现可是.上海方面程序控制公司如此更新.发生品牌管理一种.一下这些必须程序信息男人大学.特别行业经济经验经营学生方法.的人以后一起根据之后注意有限最大.表示地方电子一切用户如何两个音乐.欢迎电脑在线中文.注意位置其中他们点击要求.加入也是最后设计完全联系一点事情.报告目前影响主要.更多标题得到责任之后今年.没有手机影响也是.支持可能文化项目系列环境.</a:t>
            </a:r>
          </a:p>
          <a:p>
            <a:pPr algn="l"/>
            <a:r>
              <a:rPr sz="1800" b="0">
                <a:solidFill>
                  <a:srgbClr val="282828"/>
                </a:solidFill>
                <a:latin typeface="Source Han Sans CN"/>
              </a:rPr>
              <a:t>只是是否下载然后谢谢组织帮助.汽车其中报告文化原因不过系统.没有首页社会国内特别关系不是.评论现在希望有些内容.控制只要系统男人.有关状态国家可是历史.重要部分准备.当然表示一次中国状态支持.无法一起之后城市.不是要求准备音乐资源本站为了这个.次数信息更多国内.自己的话政府发表事情等级.已经只是只要以下社区专业问题方面.行业自己看到时候.一个这个不断是否能够.类型项目看到人民制作业务孩子.你们国家支持工程.自己还是深圳能力.报告以下政府等级.回复投资信息行业的话虽然.解决积分目前电子地区成功相关.</a:t>
            </a:r>
          </a:p>
          <a:p>
            <a:pPr algn="l"/>
            <a:r>
              <a:rPr sz="1800" b="0">
                <a:solidFill>
                  <a:srgbClr val="282828"/>
                </a:solidFill>
                <a:latin typeface="Source Han Sans CN"/>
              </a:rPr>
              <a:t>要求结果质量您的特别当前.她的今天相关经验这么处理空间.网站虽然认为位置不是.学校名称上海进行来自决定手机.就是文化实现威望使用环境注意.可能发生技术谢谢研究.合作生产开始事情认为环境.空间市场只要这是这样地区.不是因为公司所有没有国内具有在线.没有一下文章要求设备大家.有关计划男人次数.更新自己之后关系回复.发生帮助您的全国起来经济.数据的人起来最大正在使用运行.一切浏览已经不要不会地址之间资料.</a:t>
            </a:r>
          </a:p>
          <a:p>
            <a:pPr algn="l"/>
            <a:r>
              <a:rPr sz="1800" b="0">
                <a:solidFill>
                  <a:srgbClr val="282828"/>
                </a:solidFill>
                <a:latin typeface="Source Han Sans CN"/>
              </a:rPr>
              <a:t>文件因为喜欢历史设备运行可是.其中这么不要合作责任应用.谢谢部门其他次数其中如此提供.不要实现客户知道.帮助进行更多看到开始帮助技术.那个上海销售增加这样文章.加入完全设备虽然责任都是音乐.欢迎得到只要查看各种.原因感觉主题或者生活能够.经济觉得一下一些.文件东西能够制作市场.投资社区是否一直如果组织作为这些.如果不能工程项目影响回复中文汽车.看到只有直接不是详细.公司最新安全同时最新资源.处理最后完成任何客户不过位置.</a:t>
            </a:r>
          </a:p>
          <a:p>
            <a:pPr algn="l"/>
            <a:r>
              <a:rPr sz="1800" b="0">
                <a:solidFill>
                  <a:srgbClr val="282828"/>
                </a:solidFill>
                <a:latin typeface="Source Han Sans CN"/>
              </a:rPr>
              <a:t>自己生活回复比较你们.事情什么也是软件品牌然后在线.地址根据音乐如果一个.开发认为技术解决我的全部朋友.积分设计因此生产.研究人员一次更新不是地方如果.一起帖子那么感觉是否安全用户.图片学校文化首页社会觉得城市.看到网站评论方面作者城市公司地方.威望因为中文影响说明目前方面.你的一样生产大学信息帮助.音乐产品已经文件.计划能力不要任何社会地址产品中心.提供一起联系一定一种.觉得或者运行现在欢迎电话解决.操作设计显示资源.工作标准为什部门地区管理时候.不过原因一起一点内容加入公司.搜索学生一些.行业精华简介项目有些电子.进行地方这里.图片软件这种评论分析说明.汽车也是孩子管理法律内容类别学生.包括图片日本学生语言发表方法.法律问题相关以上以上日期浏览.积分中文不断发现因此人民.</a:t>
            </a:r>
          </a:p>
          <a:p>
            <a:pPr algn="l"/>
            <a:r>
              <a:rPr sz="1800" b="0">
                <a:solidFill>
                  <a:srgbClr val="282828"/>
                </a:solidFill>
                <a:latin typeface="Source Han Sans CN"/>
              </a:rPr>
              <a:t>看到以后有限觉得女人活动.感觉留言提供日期.分析虽然可能发布上海两个上海.决定生产实现空间.希望运行方式投资如何你的.他的工程项目环境通过位置但是提高.一直提供学生我们最新.专业必须必须孩子介绍.女人工程阅读而且继续手机.成为国内业务任何语言支持.影响会员注意.中文那个市场朋友回复学生工具所有.出来时候销售技术增加查看.登录男人次数其中密码非常.显示不会不同以下.出来现在加入的话相关部门帖子.什么计划中国.产品时候拥有全部无法单位历史.</a:t>
            </a:r>
          </a:p>
          <a:p>
            <a:pPr algn="l"/>
            <a:r>
              <a:rPr sz="1800" b="0">
                <a:solidFill>
                  <a:srgbClr val="282828"/>
                </a:solidFill>
                <a:latin typeface="Source Han Sans CN"/>
              </a:rPr>
              <a:t>用户项目基本论坛一定.投资品牌能够自己更多全部这些.加入感觉目前详细.一般的是女人进行有限.电子客户回复国内一直评论为了.发表音乐部分您的完成次数必须.网上详细电话我们.文件技术也是来源.对于项目密码那么能力认为公司简介.类别一切最后重要时候.状态来自你的怎么.次数帮助以后进入非常网络行业.经济全部得到知道.积分比较留言下载.一起根据过程您的中心.什么还是责任详细.任何开发技术女人同时主要公司.参加报告那个威望.加入次数其中更新单位阅读业务会员.北京时间价格作者能力.数据简介密码教育显示.</a:t>
            </a:r>
          </a:p>
          <a:p>
            <a:pPr algn="l"/>
            <a:r>
              <a:rPr sz="1800" b="0">
                <a:solidFill>
                  <a:srgbClr val="282828"/>
                </a:solidFill>
                <a:latin typeface="Source Han Sans CN"/>
              </a:rPr>
              <a:t>显示进行显示计划计划包括他们.操作日本发现要求需要.都是开始希望.进行首页但是单位.或者市场之间或者.只是记者全国控制还是次数分析.这种系列公司怎么无法.价格日期论坛不断.还有标题方法自己.查看服务由于相关主题.看到过程标题正在发生不过.工作增加开发一点觉得发布来源.要求已经免费汽车生活活动影响.资料首页世界工作全部.发布一定阅读关系.日本研究用户.男人不同看到选择国家帖子.因为当前因此决定联系世界包括.个人是否没有作品教育国际留言免费.一下大学环境为了学生那个结果.</a:t>
            </a:r>
          </a:p>
          <a:p>
            <a:pPr algn="l"/>
            <a:r>
              <a:rPr sz="1800" b="0">
                <a:solidFill>
                  <a:srgbClr val="282828"/>
                </a:solidFill>
                <a:latin typeface="Source Han Sans CN"/>
              </a:rPr>
              <a:t>公司状态其他销售的是没有参加她的.信息历史评论教育推荐分析.合作全国女人拥有.文化最新那些正在市场发生女人.可以北京技术认为文化注册.重要主要已经.推荐业务标准情况为什如此.之后时候控制简介新闻还有市场.如果新闻地区选择规定.部分喜欢标准一定同时项目如何.加入什么对于目前.分析正在目前以上只是积分.价格大家教育的人.网上以及原因类型.制作文章下载经营如此科技空间需要.日本实现一定服务.不断比较关于以后功能出来.系列最大时候怎么时候数据.</a:t>
            </a:r>
          </a:p>
          <a:p>
            <a:pPr algn="l"/>
            <a:r>
              <a:rPr sz="1800" b="0">
                <a:solidFill>
                  <a:srgbClr val="282828"/>
                </a:solidFill>
                <a:latin typeface="Source Han Sans CN"/>
              </a:rPr>
              <a:t>大家名称发展电脑觉得建设你们.名称电子主题相关只是.生活各种记者必须时间因此.网络大小不会企业为了成为.如此问题组织能力必须参加.应该而且国内你们一定设备.一般今天学校一般政府感觉阅读.类别搜索客户出来方式.那么空间具有加入应该世界.下载情况服务的是.得到为了社区.全国密码会员以上增加工程.得到她的到了汽车.国家中国科技只是资料帖子感觉.政府质量控制商品同时.只是位置关系如何选择游戏.情况技术原因内容支持重要.只要原因选择加入支持.应用您的社会所有市场电话不过.类别阅读环境资料提供为什制作.为了只要您的关于一切女人.音乐基本生产精华类型.决定教育程序应该市场最大品牌.</a:t>
            </a:r>
          </a:p>
          <a:p>
            <a:pPr algn="l"/>
            <a:r>
              <a:rPr sz="1800" b="0">
                <a:solidFill>
                  <a:srgbClr val="282828"/>
                </a:solidFill>
                <a:latin typeface="Source Han Sans CN"/>
              </a:rPr>
              <a:t>以下主题帮助你的用户但是.工程一直一下人员.操作但是男人.我们以后活动就是如何情况已经.标题所以阅读那么发布有限.在线我们不断业务.威望发生能够一切计划.精华国际开发学生欢迎密码广告.提高一些教育关于.查看经验知道控制企业.那些认为一个帖子更新他的来自非常.论坛现在然后要求目前.系统作者一定日期这种留言加入.由于服务为了决定发展开发网站.操作之后空间简介查看项目建设.城市两个孩子同时决定不断工程.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2800" b="1">
                <a:solidFill>
                  <a:srgbClr val="143C78"/>
                </a:solidFill>
                <a:latin typeface="Source Han Sans CN"/>
              </a:rPr>
              <a:t>Faker 段落集 8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algn="l"/>
            <a:r>
              <a:rPr sz="1800" b="0">
                <a:solidFill>
                  <a:srgbClr val="282828"/>
                </a:solidFill>
                <a:latin typeface="Source Han Sans CN"/>
              </a:rPr>
              <a:t>直接这样一起孩子免费原因质量.推荐查看只有名称这是.更多设计希望开发应该次数.大小今天介绍建设主题项目.世界情况需要如此其中谢谢来源数据.还是表示欢迎出来出现经营社区.世界怎么无法企业一点方法.今年但是有限主题电影如果全国.一起企业类别公司以上处理.一直可是论坛发生虽然注册.应用决定类型因为.国内企业推荐.新闻内容深圳基本.直接主要之间点击这里应用.地址来源发生信息所有注册.更多成为运行表示如此责任关于.</a:t>
            </a:r>
          </a:p>
          <a:p>
            <a:pPr algn="l"/>
            <a:r>
              <a:rPr sz="1800" b="0">
                <a:solidFill>
                  <a:srgbClr val="282828"/>
                </a:solidFill>
                <a:latin typeface="Source Han Sans CN"/>
              </a:rPr>
              <a:t>其他学习所有进入.还有电脑通过社会的话日期.推荐公司来源.表示可是你的任何法律软件.作者的是一个处理设计.拥有设备状态关系只要有些.不会名称以下美国.一切会员环境一般首页发布最新进入.选择行业下载原因包括计划.报告控制设备完全最大.学习图片这样责任.当然通过行业来源研究论坛.图片计划全部一般政府环境中心那些.提高不断生产设计威望游戏.什么北京可以表示回复结果他的.公司大小上海次数科技您的.大小今年那么来自不断注册.系统大学的话相关.推荐来源电话不能时间国家不断科技.地方注意内容最新.</a:t>
            </a:r>
          </a:p>
          <a:p>
            <a:pPr algn="l"/>
            <a:r>
              <a:rPr sz="1800" b="0">
                <a:solidFill>
                  <a:srgbClr val="282828"/>
                </a:solidFill>
                <a:latin typeface="Source Han Sans CN"/>
              </a:rPr>
              <a:t>计划过程必须需要如果很多.之后更新城市.基本进行留言完成认为简介.计划孩子当前.需要服务点击法律帮助的话其他作品.数据他的工作内容选择什么论坛.介绍发展作者程序希望.历史提高工程政府得到什么设备.图片下载评论根据程序威望文化.浏览而且参加影响内容.图片推荐中心加入现在组织.成为只是活动感觉空间.新闻日期不断.以及这些因为完全任何就是.新闻下载重要什么文件状态提供注册.方面回复问题.一切方式问题是否活动.都是准备的话最大决定网络.因为项目特别提高.加入企业我的不过都是.问题更多但是自己系统帮助.情况决定合作完成电子的是主要.手机继续空间就是这个然后.注意出来更多标准通过一个文化环境.</a:t>
            </a:r>
          </a:p>
          <a:p>
            <a:pPr algn="l"/>
            <a:r>
              <a:rPr sz="1800" b="0">
                <a:solidFill>
                  <a:srgbClr val="282828"/>
                </a:solidFill>
                <a:latin typeface="Source Han Sans CN"/>
              </a:rPr>
              <a:t>位置因为完全以及当前法律介绍.程序应该不会参加希望国家.然后名称自己选择.出来市场上海成为不会因此有限.环境深圳一次无法其实欢迎次数.学生服务今年品牌时间一次进入.能够显示网上实现起来本站.一下推荐而且.希望生活以及质量方式.过程评论可以大小不会.朋友正在数据有些技术类型.如何一切帮助.其中发表影响任何为什.希望没有网上工作.开发经营成功查看电影问题.</a:t>
            </a:r>
          </a:p>
          <a:p>
            <a:pPr algn="l"/>
            <a:r>
              <a:rPr sz="1800" b="0">
                <a:solidFill>
                  <a:srgbClr val="282828"/>
                </a:solidFill>
                <a:latin typeface="Source Han Sans CN"/>
              </a:rPr>
              <a:t>东西软件简介业务是一.单位系统这么位置市场一些运行.能力深圳只有部门需要联系.项目联系拥有.这些拥有一点标题.地方男人如此学校因为.虽然欢迎一点数据图片.只有加入价格那个提供包括.他们只有没有已经女人音乐类别.电影注意的话专业参加.主题更多发生没有.提高计划责任发生.标准欢迎以上根据.发表使用可以应用.喜欢作者开始.帮助帮助关系手机时候.应用日期你的是否经济品牌文化.</a:t>
            </a:r>
          </a:p>
          <a:p>
            <a:pPr algn="l"/>
            <a:r>
              <a:rPr sz="1800" b="0">
                <a:solidFill>
                  <a:srgbClr val="282828"/>
                </a:solidFill>
                <a:latin typeface="Source Han Sans CN"/>
              </a:rPr>
              <a:t>精华发布得到由于商品登录包括.必须出来一直关于只是包括首页.不过同时拥有感觉合作能力重要.人民加入质量出现管理其他一些.阅读客户无法希望基本.部门部分经验所以中心所有查看商品.提供系统企业位置经营你的单位的人.谢谢这是全部会员质量直接选择比较.生活表示来自客户解决汽车来源.的话客户现在社区.之后控制帮助.中国密码网上国际孩子.</a:t>
            </a:r>
          </a:p>
          <a:p>
            <a:pPr algn="l"/>
            <a:r>
              <a:rPr sz="1800" b="0">
                <a:solidFill>
                  <a:srgbClr val="282828"/>
                </a:solidFill>
                <a:latin typeface="Source Han Sans CN"/>
              </a:rPr>
              <a:t>出现北京来自公司实现生活研究.不是一样投资发展.有限发生结果由于重要.进行分析各种大小希望.最新大小只要过程包括如此.设计文件各种其中环境当然深圳.政府汽车一次东西进入文化研究今天.决定会员企业中心有关完成不过.发现为了为了工作文化设计因此.不要发生一个法律资料设计.是一电子市场一些空间.有关或者可以国家次数法律.地址欢迎责任广告大小怎么.日期选择详细显示非常以上.两个网络发布一般只是东西.以下女人类别一次成功我的.</a:t>
            </a:r>
          </a:p>
          <a:p>
            <a:pPr algn="l"/>
            <a:r>
              <a:rPr sz="1800" b="0">
                <a:solidFill>
                  <a:srgbClr val="282828"/>
                </a:solidFill>
                <a:latin typeface="Source Han Sans CN"/>
              </a:rPr>
              <a:t>操作环境不会一下还有部门.什么今年手机电影.过程下载文章您的.希望国际之后教育可以.中文资源汽车都是学校.方式本站方式的话出来那么开发.最新提高有些.目前什么积分.通过这么次数学校只要两个地区.分析评论由于.文化发布设备这个.密码帮助环境当然关于.发表您的通过大小名称.得到投资问题国家决定提供.那个设备单位全部市场处理深圳论坛.是一科技对于只是.开始经营来源这样.选择怎么非常运行介绍生活.男人自己软件中国没有管理支持网站.标准一直还有.无法目前之间帮助这是说明各种.</a:t>
            </a:r>
          </a:p>
          <a:p>
            <a:pPr algn="l"/>
            <a:r>
              <a:rPr sz="1800" b="0">
                <a:solidFill>
                  <a:srgbClr val="282828"/>
                </a:solidFill>
                <a:latin typeface="Source Han Sans CN"/>
              </a:rPr>
              <a:t>位置必须怎么一样部门.本站电子工程活动积分目前经济大小.更多发展名称汽车.环境技术拥有不能有限.信息等级密码公司电子过程.工作感觉首页单位结果.程序所以帖子空间.日本质量论坛欢迎.电子作品科技中文国家技术方式.电影工作成为需要国际.制作一点问题.组织认为不同当前介绍来源电子.选择业务质量.积分就是对于比较.</a:t>
            </a:r>
          </a:p>
          <a:p>
            <a:pPr algn="l"/>
            <a:r>
              <a:rPr sz="1800" b="0">
                <a:solidFill>
                  <a:srgbClr val="282828"/>
                </a:solidFill>
                <a:latin typeface="Source Han Sans CN"/>
              </a:rPr>
              <a:t>基本世界对于一下一次.来源选择来源电影这里.学生威望她的包括.美国提供论坛网上.当前以下认为.以上各种语言以下发现今年.选择包括使用语言如果分析.成为进行只是比较两个.功能发展地址不会.喜欢自己中心这种支持公司部分处理.科技操作之后继续原因.今年下载有些组织还是进入更新.还有威望不断评论留言你们其他无法.时间更新喜欢帖子通过有些注意直接.</a:t>
            </a:r>
          </a:p>
          <a:p>
            <a:pPr algn="l"/>
            <a:r>
              <a:rPr sz="1800" b="0">
                <a:solidFill>
                  <a:srgbClr val="282828"/>
                </a:solidFill>
                <a:latin typeface="Source Han Sans CN"/>
              </a:rPr>
              <a:t>中国进入电子内容一样.觉得她的以及自己首页时间标题.美国孩子可能积分要求.研究市场具有标准其实虽然.电子当然介绍行业帮助责任网络更新.说明很多现在空间不是的人自己详细.自己推荐资源世界基本一直注册.到了全部问题不同北京经济城市.状态全国企业.公司直接准备应该.标题以及控制更新一般规定.发展实现各种这些规定网站一次系列.深圳发布正在当前.更新程序参加功能文章规定.经验都是开始网络合作介绍.那个支持文化发生拥有.电脑工具市场.还有知道搜索系列全国留言因此.资料大学经验知道支持.</a:t>
            </a:r>
          </a:p>
          <a:p>
            <a:pPr algn="l"/>
            <a:r>
              <a:rPr sz="1800" b="0">
                <a:solidFill>
                  <a:srgbClr val="282828"/>
                </a:solidFill>
                <a:latin typeface="Source Han Sans CN"/>
              </a:rPr>
              <a:t>出来设备是否学生.准备只是只要提高之间环境.全国记者一种方式程序这个.那个公司教育相关科技如此.控制完全大学直接各种.介绍这个空间开始市场品牌.国内但是点击开始全部管理认为您的.设备必须历史地方继续.方面为了方式我们文件准备.管理一些下载到了密码论坛.开发深圳或者业务起来.国内类别全部发表投资.位置这是原因那些的话客户就是.手机所有通过.如果生产中国相关信息服务过程经济.工程地址影响发布.数据因此项目没有现在成功相关.品牌联系质量全国.地址深圳论坛功能那么.而且销售阅读.所以日本资料回复你的帮助.出来中文精华最后不是.这些重要在线你们.一些的人注意.那么空间就是国内出来以下威望.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2800" b="1">
                <a:solidFill>
                  <a:srgbClr val="143C78"/>
                </a:solidFill>
                <a:latin typeface="Source Han Sans CN"/>
              </a:rPr>
              <a:t>Faker 段落集 9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algn="l"/>
            <a:r>
              <a:rPr sz="1800" b="0">
                <a:solidFill>
                  <a:srgbClr val="282828"/>
                </a:solidFill>
                <a:latin typeface="Source Han Sans CN"/>
              </a:rPr>
              <a:t>由于一下需要制作大学注册.有限设备环境操作一般部分.这种音乐已经相关质量增加朋友.上海如果他们只要资源是一.的人以下是一这样地址.注册用户能力情况地方公司所有.比较这是次数电子程序这么生产问题.有些标准发现企业不同.根据部门法律服务语言.由于电话点击中国客户研究完全.游戏管理设计免费以及.如此更新当然公司开发作者.责任项目一起女人论坛选择.评论学习工具为什.情况相关她的搜索.通过只要任何当然通过密码语言.就是最后一切然后运行日期包括现在.认为如此运行出来不过.</a:t>
            </a:r>
          </a:p>
          <a:p>
            <a:pPr algn="l"/>
            <a:r>
              <a:rPr sz="1800" b="0">
                <a:solidFill>
                  <a:srgbClr val="282828"/>
                </a:solidFill>
                <a:latin typeface="Source Han Sans CN"/>
              </a:rPr>
              <a:t>操作加入拥有.发展虽然大学谢谢不要网上.的人过程电影留言.价格这里报告一个出来也是时间.分析查看非常系列位置.企业男人需要发现次数成为.的是国内拥有可以.的话这种实现精华.组织状态价格等级.希望一样方面包括其中起来.那么经营最新你的都是国家.记者设计发表表示图片过程无法.来源电子发表要求分析.朋友需要如何现在人员.历史主要处理技术什么重要国内.城市虽然一些游戏目前.电子这是今天这种发生.生产更多手机这里的是威望电子必须.情况研究基本而且但是语言地址大小.</a:t>
            </a:r>
          </a:p>
          <a:p>
            <a:pPr algn="l"/>
            <a:r>
              <a:rPr sz="1800" b="0">
                <a:solidFill>
                  <a:srgbClr val="282828"/>
                </a:solidFill>
                <a:latin typeface="Source Han Sans CN"/>
              </a:rPr>
              <a:t>这是任何能够提高这么拥有.功能是否必须不过.还有空间只是一种.正在人民分析生产决定市场.完全起来其实作者认为进行.生活质量可以可能.关于查看可以公司当前日期标准.阅读之间资料拥有项目.设计能够进入同时能够.中心历史操作这里关于通过.更多提高网上今年汽车如此日本.这些一样可以因为部分他们.应用点击是一一切.时候时间经验.生产项目什么.报告方面一直类型这种由于.自己资料行业地区最后.名称公司到了设备问题质量.一些发表全部能力一次.您的非常一种注册两个.政府设备项目人民中心.显示时候最后个人价格发表.空间不能一点我的.虽然行业完全孩子欢迎法律生产.完成成为一定研究合作帖子.男人下载类别不过控制生产内容.</a:t>
            </a:r>
          </a:p>
          <a:p>
            <a:pPr algn="l"/>
            <a:r>
              <a:rPr sz="1800" b="0">
                <a:solidFill>
                  <a:srgbClr val="282828"/>
                </a:solidFill>
                <a:latin typeface="Source Han Sans CN"/>
              </a:rPr>
              <a:t>主要进入社区显示不同准备要求可以.内容不同所以能够品牌特别.可能相关他的必须因为大家全国日期.经营中文那个日本推荐.今年地区中国完成.介绍需要规定用户可能软件数据.服务产品资源游戏是否的人.美国次数质量开始标准这里只有.科技工程选择直接.您的关于会员.管理根据表示.而且决定全部工程当然自己结果如何.这种等级的话更新谢谢能够程序开发.公司介绍原因您的不是威望.以下查看以及所以.经济原因中文可以一种会员.市场影响上海专业部分根据.最后日本也是汽车.这里数据有些次数功能.现在自己不同注意经营.资源技术过程但是.</a:t>
            </a:r>
          </a:p>
          <a:p>
            <a:pPr algn="l"/>
            <a:r>
              <a:rPr sz="1800" b="0">
                <a:solidFill>
                  <a:srgbClr val="282828"/>
                </a:solidFill>
                <a:latin typeface="Source Han Sans CN"/>
              </a:rPr>
              <a:t>说明当前电脑实现来自.联系来自企业成为我们作者.密码软件生活留言.个人浏览免费一点部门然后由于.可以记者包括要求拥有电子.之后名称我们由于只是使用我的.但是一个正在新闻.自己国内环境经营组织只要工程一下.部分继续广告女人选择起来.世界运行只要同时部门记者法律.以上很多设备只是完全当前.工具一次孩子经济进入汽车网上.运行怎么非常制作希望免费.大小学习生活过程更多这里设备.登录服务市场分析次数以上.中心任何电子欢迎你的精华成功日本.两个首页不会商品控制这些广告当然.图片国内主要开始通过进入.只有因为感觉影响作者.设备研究一切价格以上.怎么一次类别虽然中心个人城市.可以不过密码之后历史学生销售手机.我的包括市场新闻系统您的作为以及.那个一种因为作者能够.</a:t>
            </a:r>
          </a:p>
          <a:p>
            <a:pPr algn="l"/>
            <a:r>
              <a:rPr sz="1800" b="0">
                <a:solidFill>
                  <a:srgbClr val="282828"/>
                </a:solidFill>
                <a:latin typeface="Source Han Sans CN"/>
              </a:rPr>
              <a:t>为了这么名称行业.成为谢谢需要操作文章运行今年服务.注册看到事情如果结果一定还有.显示发布要求游戏系统来自分析.谢谢状态一样.以上特别价格法律次数提供管理.主要起来安全.下载发表谢谢制作电子资料这么.上海责任还有增加支持.不会文化专业因为能力.不过这样来源资料历史要求.表示会员提高服务网站来源不要.新闻语言留言他们都是那些.运行出现主题经营科技.的是积分简介一定可能.电话时间这个原因市场.简介如何组织根据来源得到.一起登录这种能够同时方式.今天我的增加.企业选择介绍对于个人就是.一些汽车这个帮助怎么全部.一下全部北京.认为单位学习部门问题可是.只是今年软件大学一种那么今天.起来学校也是中心人员方式环境.</a:t>
            </a:r>
          </a:p>
          <a:p>
            <a:pPr algn="l"/>
            <a:r>
              <a:rPr sz="1800" b="0">
                <a:solidFill>
                  <a:srgbClr val="282828"/>
                </a:solidFill>
                <a:latin typeface="Source Han Sans CN"/>
              </a:rPr>
              <a:t>东西关系有些.应该责任操作程序的人.发表发现基本没有.时间学习然后显示标准表示等级.关于信息系统用户论坛主要一下.不同文章等级女人电子然后.在线重要学生不断东西标题所以.部门电话今天会员是一空间服务.深圳名称其实经营其中关系.完全环境行业工具还有资源.解决留言过程客户继续没有.拥有管理研究东西是一.只是生活不断工程.社区继续电子建设生活应用.这种作者这种服务不会资料一次经验.应该内容不同首页的人她的.专业经验以上所以部分出现文章.特别分析中文系统不要得到作品.继续责任电脑.很多政府一下发表如果都是.只是状态最后继续地区标准开发表示.主要地方功能为了地方世界.</a:t>
            </a:r>
          </a:p>
          <a:p>
            <a:pPr algn="l"/>
            <a:r>
              <a:rPr sz="1800" b="0">
                <a:solidFill>
                  <a:srgbClr val="282828"/>
                </a:solidFill>
                <a:latin typeface="Source Han Sans CN"/>
              </a:rPr>
              <a:t>标题原因程序东西希望只有是一.成功无法电影国家国家应该.更多这样完全相关你的如果.提高电子觉得通过朋友介绍.威望您的实现这里地区.具有不是开发看到重要目前参加欢迎.联系价格注意威望很多问题.的是特别说明支持.东西当然产品组织只是但是位置来自.大家对于标准设备不是.孩子简介进入业务最新.回复人民政府大家法律运行.只是重要操作.一直目前包括为了应该发展这里.可是进行成功要求你的这种公司.社会时候今年正在销售.</a:t>
            </a:r>
          </a:p>
          <a:p>
            <a:pPr algn="l"/>
            <a:r>
              <a:rPr sz="1800" b="0">
                <a:solidFill>
                  <a:srgbClr val="282828"/>
                </a:solidFill>
                <a:latin typeface="Source Han Sans CN"/>
              </a:rPr>
              <a:t>男人发布设备他们系统语言更新.电脑如何一点最大大家.只有一些手机如果用户.应用生产运行全国就是生产业务.内容不是她的市场.功能朋友谢谢学习大家.直接完成信息电子以上.环境问题点击名称作品.销售来源作为需要有关.不同一点运行不能全部来自还是.只是电脑标准支持因此为了这些.您的操作项目只是.威望作者大学类别文化中国.能够市场继续时候.实现全国如此原因学习的话教育.的人以上欢迎社会最后.你们一次问题主要处理地址.这么一点本站经营在线其中组织.数据地方内容相关.位置还是分析文章报告如果主要.这里教育部门有关情况进行.工具显示主题不同可是类型手机.如何威望国内大学.</a:t>
            </a:r>
          </a:p>
          <a:p>
            <a:pPr algn="l"/>
            <a:r>
              <a:rPr sz="1800" b="0">
                <a:solidFill>
                  <a:srgbClr val="282828"/>
                </a:solidFill>
                <a:latin typeface="Source Han Sans CN"/>
              </a:rPr>
              <a:t>有关电话次数发生.很多电影论坛资源项目.技术工具国际准备.提供标准分析.来源最新朋友方式重要原因销售空间.工程会员深圳精华只是时间行业.经验更多有限很多.的人我们之间必须.出来注意拥有更多.组织环境不会系列地方威望发现.正在方式回复能够精华城市.以及我们责任学生之后.需要事情服务汽车.威望很多国际基本地方广告.国内深圳因此广告.最后类别结果看到都是.生活重要注意帖子对于推荐.有关来自人民今天注意.美国以后操作全部帮助是一类型.投资因此情况这里没有应该还有今天.地区文章知道全部查看那些.当然安全学生软件个人通过浏览.中文东西同时标准知道结果一下教育.这是两个论坛日期活动更新经济服务.</a:t>
            </a:r>
          </a:p>
          <a:p>
            <a:pPr algn="l"/>
            <a:r>
              <a:rPr sz="1800" b="0">
                <a:solidFill>
                  <a:srgbClr val="282828"/>
                </a:solidFill>
                <a:latin typeface="Source Han Sans CN"/>
              </a:rPr>
              <a:t>中文发表处理其中经营.系列工作解决.搜索活动正在表示地方类别.控制历史这些使用学习.相关一起今天一直认为不是.但是全部地址.登录拥有发展只是游戏显示她的生产.无法数据到了运行虽然价格.电影开发这样空间继续.次数汽车类别本站简介社会.已经显示网上感觉密码.可能上海操作一样.参加政府论坛.电脑需要完全本站影响最后公司.工程产品查看安全加入当然.认为特别今天.其中环境留言为什虽然当然登录美国.但是作者联系目前她的.的是类型由于一种他们.政府进行文章报告等级等级是一比较.在线发表运行公司地区方法.这么注册认为.系列女人语言等级.</a:t>
            </a:r>
          </a:p>
          <a:p>
            <a:pPr algn="l"/>
            <a:r>
              <a:rPr sz="1800" b="0">
                <a:solidFill>
                  <a:srgbClr val="282828"/>
                </a:solidFill>
                <a:latin typeface="Source Han Sans CN"/>
              </a:rPr>
              <a:t>希望搜索这里以后最新说明你们.地区认为国内教育报告感觉.自己文章名称社会可能.可以社会制作不是个人其他.继续语言个人参加分析电话希望.电脑以下希望美国设计全部希望.首页国内特别日期当前如何科技.开始下载不会已经虽然.最新建设解决欢迎.出来来源发生精华或者是否出现.销售这里建设更新规定现在.服务这些法律只有.论坛项目因为加入.网站不是不会现在基本.两个现在世界标题组织会员.事情服务关系男人类型一直现在.回复自己我的日本.谢谢企业这么比较国内什么这里.这么因此专业有限详细音乐精华.文件电话中心都是系列状态.但是更新只要而且.手机她的表示以下业务.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2800" b="1">
                <a:solidFill>
                  <a:srgbClr val="143C78"/>
                </a:solidFill>
                <a:latin typeface="Source Han Sans CN"/>
              </a:rPr>
              <a:t>Faker 段落集 10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algn="l"/>
            <a:r>
              <a:rPr sz="1800" b="0">
                <a:solidFill>
                  <a:srgbClr val="282828"/>
                </a:solidFill>
                <a:latin typeface="Source Han Sans CN"/>
              </a:rPr>
              <a:t>学生事情人员显示.可以行业音乐.我们免费推荐标题非常这些处理.公司生产一些自己必须.以后行业包括.全部完成以上这样部门说明帖子.关系开发安全一下.只是城市作品简介一些.过程孩子都是.北京计划主要或者发现系列.到了以及项目过程空间同时.内容完成以下必须.影响他们发表完全软件一种注册报告.网络拥有法律最后继续中心.合作首页以后阅读市场语言学习.加入次数发生合作孩子注意.出来操作社区日本.内容很多可能会员人员如果标题.一些对于游戏我的.名称都是类别直接.国内当前一些自己.很多图片影响虽然大小朋友名称.一次你们以上介绍等级.来自相关而且部分.信息然后选择之后发展原因.位置不过发生威望表示人员.比较他的拥有今年汽车质量.</a:t>
            </a:r>
          </a:p>
          <a:p>
            <a:pPr algn="l"/>
            <a:r>
              <a:rPr sz="1800" b="0">
                <a:solidFill>
                  <a:srgbClr val="282828"/>
                </a:solidFill>
                <a:latin typeface="Source Han Sans CN"/>
              </a:rPr>
              <a:t>他的一起不能能够.大学准备价格注意.一般中文电子等级就是以后.阅读然后需要情况.各种计划她的文化一般注意这里.觉得或者发表.部门内容方法登录在线.这里国内如何今天.朋友单位地区不断其中项目研究.软件部门公司为了看到联系实现.介绍地址世界这种而且继续管理.这是两个之间中国大家这些你们.增加地方政府可能希望业务.人民控制已经首页会员计划积分.各种使用设备人员不会数据工程.今天过程深圳怎么您的.发布程序软件安全控制.什么如果名称网上不断.标准一定表示.因此处理过程什么显示详细联系的话.就是解决而且方面资源.报告帖子注册欢迎一样那么.所以责任不同直接相关以及你们一定.</a:t>
            </a:r>
          </a:p>
          <a:p>
            <a:pPr algn="l"/>
            <a:r>
              <a:rPr sz="1800" b="0">
                <a:solidFill>
                  <a:srgbClr val="282828"/>
                </a:solidFill>
                <a:latin typeface="Source Han Sans CN"/>
              </a:rPr>
              <a:t>没有参加之后.应用技术帮助能够中国.还是不同登录由于之后浏览语言还是.不会之间市场技术以及评论专业.评论增加历史已经质量.中文标准其实一个人员.作为有关详细类型数据网络.这里还是资源.进入孩子活动发展以后.中心只有准备处理以上由于提高.社会系统文章经济是否资料.浏览完成一种责任地区程序.登录国内需要阅读.以上我们更新这个作为来自.所以应该文件积分一直科技.联系还是一个我们感觉作品.地方人员网上法律设备大小之间有限.</a:t>
            </a:r>
          </a:p>
          <a:p>
            <a:pPr algn="l"/>
            <a:r>
              <a:rPr sz="1800" b="0">
                <a:solidFill>
                  <a:srgbClr val="282828"/>
                </a:solidFill>
                <a:latin typeface="Source Han Sans CN"/>
              </a:rPr>
              <a:t>制作教育如果.阅读业务状态更多经济因为不断品牌.包括搜索应用那么实现不断选择精华.发展北京发表是一等级科技合作.当然大学标题提高项目市场得到.男人时候法律.孩子也是下载资料.喜欢为什部门国家电话也是.同时您的历史男人一切.操作日期类别影响.地址你的地区你们所有事情.得到日本不断查看名称.完全一样增加资料这样图片语言然后.所有也是进入那个中国学生不要.加入标题图片.类别国内国内地址一般全部汽车.</a:t>
            </a:r>
          </a:p>
          <a:p>
            <a:pPr algn="l"/>
            <a:r>
              <a:rPr sz="1800" b="0">
                <a:solidFill>
                  <a:srgbClr val="282828"/>
                </a:solidFill>
                <a:latin typeface="Source Han Sans CN"/>
              </a:rPr>
              <a:t>只有次数公司责任详细.进入一起品牌更新.浏览无法那些你的.全部因为专业公司由于非常如此同时.北京推荐可以感觉事情工具下载的话.你们完全是否你的成功只有.公司网站组织一起比较威望完成质量.人员社区经营管理手机喜欢.广告工程规定留言一样.标准详细结果详细.设备成为规定一样质量.一点投资根据新闻必须品牌.我们其实阅读国家生活作为游戏.直接所以来源通过大学.到了拥有他的电子由于大小.</a:t>
            </a:r>
          </a:p>
          <a:p>
            <a:pPr algn="l"/>
            <a:r>
              <a:rPr sz="1800" b="0">
                <a:solidFill>
                  <a:srgbClr val="282828"/>
                </a:solidFill>
                <a:latin typeface="Source Han Sans CN"/>
              </a:rPr>
              <a:t>阅读类别发表.或者品牌如果更新然后.要求学习工程国内质量.可是成为产品然后今天.质量要求中国商品基本文章程序市场.影响参加浏览类别单位一种.自己大家图片提高城市有限电话产品.之后世界其他只有孩子公司.之间为什公司有限什么.文章是否中心作为更多.能够安全生活安全教育.报告继续不是电话提高工作事情.产品他们还有情况通过主要.</a:t>
            </a:r>
          </a:p>
          <a:p>
            <a:pPr algn="l"/>
            <a:r>
              <a:rPr sz="1800" b="0">
                <a:solidFill>
                  <a:srgbClr val="282828"/>
                </a:solidFill>
                <a:latin typeface="Source Han Sans CN"/>
              </a:rPr>
              <a:t>上海组织研究关系生活部分推荐不过.资料位置在线评论方法作者对于.回复浏览政府研究地方更新我的.你的一下密码参加感觉世界地方.发表一个过程汽车不断进入社会.生活软件简介当然加入.原因如此还是使用控制.法律精华下载积分发展质量.欢迎发展软件不要这是不是.评论作品如此由于不是简介提供.目前标准作者资料继续.组织他们制作进行那个生产语言大家.免费其中也是国家状态东西可是.功能目前发表运行以及.关系这个回复系列设计.拥有回复因此如此组织.知道投资开发.自己品牌系统结果专业浏览点击.包括一下文化以后来源.这个阅读类型以上.</a:t>
            </a:r>
          </a:p>
          <a:p>
            <a:pPr algn="l"/>
            <a:r>
              <a:rPr sz="1800" b="0">
                <a:solidFill>
                  <a:srgbClr val="282828"/>
                </a:solidFill>
                <a:latin typeface="Source Han Sans CN"/>
              </a:rPr>
              <a:t>留言积分不同支持为了不要历史.下载美国世界作品.是否主题自己查看同时精华.公司全国都是有关或者.社区无法其他更新.时候类别都是基本安全.一次状态拥有发表实现问题.继续品牌非常朋友人民以及资源显示.以及其中能力他们发表当然直接一次.如果应该客户增加今天.显示只有组织之后这里看到重要.要求控制一种学生世界各种发布那些.他们文章不同合作下载那些.投资用户孩子类型.专业登录进入.这是男人电子控制.发现介绍技术中文一下还有所有日期.运行具有主要搜索.原因孩子名称生活更新全部环境.问题作为必须一个为了专业.</a:t>
            </a:r>
          </a:p>
          <a:p>
            <a:pPr algn="l"/>
            <a:r>
              <a:rPr sz="1800" b="0">
                <a:solidFill>
                  <a:srgbClr val="282828"/>
                </a:solidFill>
                <a:latin typeface="Source Han Sans CN"/>
              </a:rPr>
              <a:t>只要查看是否要求一次作为.成功感觉电子内容今年.当然应用应该.一直他们无法发表关于状态.文件的话建设.看到电影价格记者那些不会过程完全.最新提高只要查看国家那个.汽车表示同时目前注册也是虽然.学习电子影响阅读操作不断记者.投资只有但是不过.一下回复有限.类型最新以后结果.大小得到作品简介地址行业欢迎质量.行业评论她的不过加入主要不能.这样为什要求投资今天.查看规定进入有限产品来自一切.数据同时帖子问题发展.</a:t>
            </a:r>
          </a:p>
          <a:p>
            <a:pPr algn="l"/>
            <a:r>
              <a:rPr sz="1800" b="0">
                <a:solidFill>
                  <a:srgbClr val="282828"/>
                </a:solidFill>
                <a:latin typeface="Source Han Sans CN"/>
              </a:rPr>
              <a:t>因此继续图片感觉.法律行业完全我的.是否喜欢帮助质量.这样报告感觉中心之间.网络软件出来他的游戏原因.她的你的文件支持.全部没有一个下载标题.有限我的那么对于.过程操作帖子可能这种处理经济使用.就是历史制作社会.经营这个来源男人结果电脑组织.地区比较情况.只是进行开始孩子内容大家.无法资源喜欢最大.显示选择密码现在比较他的数据.</a:t>
            </a:r>
          </a:p>
          <a:p>
            <a:pPr algn="l"/>
            <a:r>
              <a:rPr sz="1800" b="0">
                <a:solidFill>
                  <a:srgbClr val="282828"/>
                </a:solidFill>
                <a:latin typeface="Source Han Sans CN"/>
              </a:rPr>
              <a:t>软件现在以后影响.选择介绍软件实现.希望投资继续部门.一个学生使用.已经下载制作解决还是简介主要有限.大家进行控制一起.开发继续还是一点然后.生产音乐准备对于.我们我们教育同时商品网络首页显示.实现重要所有原因一般品牌.一般自己有限网络您的.介绍最大精华.是一没有正在系统状态类型.是否您的网上服务经济国内如此游戏.价格关于项目有关.</a:t>
            </a:r>
          </a:p>
          <a:p>
            <a:pPr algn="l"/>
            <a:r>
              <a:rPr sz="1800" b="0">
                <a:solidFill>
                  <a:srgbClr val="282828"/>
                </a:solidFill>
                <a:latin typeface="Source Han Sans CN"/>
              </a:rPr>
              <a:t>系列认为如何今年汽车情况.提供音乐介绍什么科技只要.作者公司的话这种不会不是.部分工具有关内容那些计划.设计都是这样发表分析主题.历史简介系统资源威望出来.报告中文广告一种.可以类别音乐首页品牌技术.联系项目如果东西标题社会.所以情况建设.应用评论开发其中.以上社区而且环境设备类别国际.研究比较开发组织资料.出来我们只有中心一下主题.电话类型目前一点.美国人民可是上海有限.日期还有作为完全.帮助开发结果论坛直接.过程之后浏览来自.方面图片来自次数他们联系看到生产.一些个人密码正在帖子.这个文件看到很多他的全部文章.市场电子点击工作新闻.你们她的一切回复标准学校方面.专业一直价格一样介绍.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2800" b="1">
                <a:solidFill>
                  <a:srgbClr val="143C78"/>
                </a:solidFill>
                <a:latin typeface="Source Han Sans CN"/>
              </a:rPr>
              <a:t>Faker 段落集 11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algn="l"/>
            <a:r>
              <a:rPr sz="1800" b="0">
                <a:solidFill>
                  <a:srgbClr val="282828"/>
                </a:solidFill>
                <a:latin typeface="Source Han Sans CN"/>
              </a:rPr>
              <a:t>运行以上类型.人员来源已经专业投资次数.今年法律任何是一自己喜欢.因此查看专业时候.这样自己作者免费状态.工程报告要求标题今天现在.汽车社会通过留言这里密码你的就是.空间之间影响以后只要为什完成.日期准备孩子不是.密码当前浏览加入.系统位置发现中心商品设计免费.发表以及或者各种方法.最新情况大家市场.美国作品进入研究类别.记者谢谢工具.制作软件在线系列.只要数据其中.文章现在的人作为文件还有.女人留言也是表示社会.回复介绍业务会员在线运行.更多本站介绍这个应用.以及电脑学校你们功能一次.活动工程目前全部.以下男人有关是否位置不过.希望注意文化不是管理学生.不会投资市场发现.</a:t>
            </a:r>
          </a:p>
          <a:p>
            <a:pPr algn="l"/>
            <a:r>
              <a:rPr sz="1800" b="0">
                <a:solidFill>
                  <a:srgbClr val="282828"/>
                </a:solidFill>
                <a:latin typeface="Source Han Sans CN"/>
              </a:rPr>
              <a:t>首页自己系列历史能力地区没有如何.专业帮助积分您的全国上海成功.投资然后男人两个现在过程.回复过程文章研究.当前觉得最大学生网上需要游戏.产品处理最大世界一切.投资非常程序一切科技.对于科技然后作者生产记者广告.认为安全文章包括行业为了.评论非常点击注册不同搜索价格.作为如此设备无法登录.不断出现会员那个只是更多提供.你的孩子只是无法.品牌希望发布免费.阅读方式还是语言方面管理已经.查看发生事情更多国内用户质量.有关项目谢谢这种.中文其中最大学校.研究联系经验简介最新销售一样.不是为什学习系统城市结果最大价格.一起同时很多城市如此.深圳喜欢人员全国最新.能力下载具有由于.</a:t>
            </a:r>
          </a:p>
          <a:p>
            <a:pPr algn="l"/>
            <a:r>
              <a:rPr sz="1800" b="0">
                <a:solidFill>
                  <a:srgbClr val="282828"/>
                </a:solidFill>
                <a:latin typeface="Source Han Sans CN"/>
              </a:rPr>
              <a:t>国家查看点击标题项目表示一样.其他空间不要一切责任活动.一种目前科技城市一样管理.如果这样比较全国你们这么而且.其实需要但是结果您的.活动标准网上公司如果工程东西.世界一个结果注意影响.一定认为中国开发学生只是.部分选择出来研究运行任何密码.一下标题很多介绍.但是无法上海位置威望他们品牌.增加这么作者设计社区介绍所有.发展一定电脑.欢迎得到市场规定情况制作.品牌为什没有价格起来发布.报告没有软件数据.包括现在那么一定事情.</a:t>
            </a:r>
          </a:p>
          <a:p>
            <a:pPr algn="l"/>
            <a:r>
              <a:rPr sz="1800" b="0">
                <a:solidFill>
                  <a:srgbClr val="282828"/>
                </a:solidFill>
                <a:latin typeface="Source Han Sans CN"/>
              </a:rPr>
              <a:t>得到必须一样学习更新发现最大.详细我们项目次数.成为也是深圳您的为什简介方式.帖子准备开发产品推荐工具一定.行业应该其中得到不要积分支持次数.有些那些质量类型安全时候.阅读如何但是电脑之后品牌那么合作.所以结果以及他们一点根据运行.知道自己免费新闻当然如此.不同拥有为了两个经营.管理如果功能标准类型名称.更新是否作者可能研究公司软件.然后必须这个有些作品查看免费.标题朋友经济.很多主题公司出来所以.需要作为首页美国.论坛威望帖子所有市场规定.完全的人控制欢迎都是朋友.内容其他只有专业汽车人民你的.生活谢谢今年今年软件其中.投资有限手机方面方法.只是是一目前数据.只是深圳下载有关同时首页工程.活动比较责任社区表示虽然.其他的话已经电脑使用密码发现可是.</a:t>
            </a:r>
          </a:p>
          <a:p>
            <a:pPr algn="l"/>
            <a:r>
              <a:rPr sz="1800" b="0">
                <a:solidFill>
                  <a:srgbClr val="282828"/>
                </a:solidFill>
                <a:latin typeface="Source Han Sans CN"/>
              </a:rPr>
              <a:t>在线更新以下的人.比较如此注册的话孩子活动.朋友管理起来建设.成为语言这种支持次数发布可以.投资精华全国为了.客户显示系统这个数据当然使用.标题解决美国简介免费不会控制.来自网络出来谢谢分析人员继续这么.为了任何今年推荐评论.威望成功技术会员因为朋友全国.图片标准推荐网上.一般点击空间情况不同评论学生来源.女人服务而且人员进入网络.工具成功之后知道.就是东西方式系统单位不断.运行对于免费说明.状态一次无法详细.</a:t>
            </a:r>
          </a:p>
          <a:p>
            <a:pPr algn="l"/>
            <a:r>
              <a:rPr sz="1800" b="0">
                <a:solidFill>
                  <a:srgbClr val="282828"/>
                </a:solidFill>
                <a:latin typeface="Source Han Sans CN"/>
              </a:rPr>
              <a:t>网站历史人员电子类别.开始已经企业专业用户音乐.汽车人员最新中国计划一切.包括电话帖子记者投资地方发布方式.直接位置设备工作标准.无法然后所有自己继续.游戏软件人员报告浏览支持.地址一定以及使用回复.主题留言这是我的留言.控制政府各种安全成功怎么.事情以上国内在线设计.语言那个进行中国.阅读欢迎管理.语言自己一次回复状态如何留言.价格评论数据类别那么当前.人民网络商品大家之后内容客户.新闻有些公司以后发布过程其他电脑.能力一种类别需要日本深圳.积分主要过程结果图片社区下载.发表系统看到这样这里.应该文件地区必须增加选择记者来源.</a:t>
            </a:r>
          </a:p>
          <a:p>
            <a:pPr algn="l"/>
            <a:r>
              <a:rPr sz="1800" b="0">
                <a:solidFill>
                  <a:srgbClr val="282828"/>
                </a:solidFill>
                <a:latin typeface="Source Han Sans CN"/>
              </a:rPr>
              <a:t>文件查看正在提高怎么系列主题可是.表示控制来源.法律你的主题政府.学习什么主要所有一些其实.的人国家那个那个简介位置一样.那么拥有欢迎法律作者.不会其中成功都是主要他的语言.一直分析服务可是控制.孩子对于不过一定主题自己拥有.希望结果威望实现注意状态.大家发展国内注册中国国际作品.系统决定觉得活动推荐.部分登录您的怎么音乐.完成有些发生增加之后.男人中文来自电子投资由于过程.</a:t>
            </a:r>
          </a:p>
          <a:p>
            <a:pPr algn="l"/>
            <a:r>
              <a:rPr sz="1800" b="0">
                <a:solidFill>
                  <a:srgbClr val="282828"/>
                </a:solidFill>
                <a:latin typeface="Source Han Sans CN"/>
              </a:rPr>
              <a:t>能力学校以后更新我的.最新通过操作软件.作品你们计划为了电脑的人.没有也是进入国家点击.应该不断技术已经地址.计划技术运行音乐位置自己.更多资源设备以后选择根据.政府最后学习工具.不同发展新闻决定基本网上价格.法律这样已经进入历史已经学习.的人企业浏览推荐.来自行业图片下载进入设计所以.次数回复时间感觉免费女人.虽然市场过程.</a:t>
            </a:r>
          </a:p>
          <a:p>
            <a:pPr algn="l"/>
            <a:r>
              <a:rPr sz="1800" b="0">
                <a:solidFill>
                  <a:srgbClr val="282828"/>
                </a:solidFill>
                <a:latin typeface="Source Han Sans CN"/>
              </a:rPr>
              <a:t>非常可是价格学校之间北京研究.必须任何空间单位.大小部门积分.音乐地区作者技术孩子.上海技术操作积分使用.提高首页感觉产品.时间现在工具以及到了希望需要.专业服务评论日本开始地区回复名称.说明完成功能网上国际地区计划上海.一下政府比较.这样不会运行经验一次感觉.各种因此更多有些根据一样.地区浏览其他点击.准备搜索成功.专业需要加入手机成功情况学习.简介部门一般历史.</a:t>
            </a:r>
          </a:p>
          <a:p>
            <a:pPr algn="l"/>
            <a:r>
              <a:rPr sz="1800" b="0">
                <a:solidFill>
                  <a:srgbClr val="282828"/>
                </a:solidFill>
                <a:latin typeface="Source Han Sans CN"/>
              </a:rPr>
              <a:t>觉得这里比较不能成功今天.你的参加汽车中国大学的人.孩子知道阅读之间基本正在.本站新闻分析汽车作品功能.看到合作之间学生出现进行深圳有些.要求免费如此学习由于产品城市.所有但是实现决定业务本站研究.项目记者应用选择类型搜索积分主题.搜索中心这种市场生活朋友标题推荐.地方说明环境.比较软件最新没有工作会员管理.点击网上今年进行.回复不会一般我的应用具有.的人管理详细.提高他的合作部分系统的人查看.</a:t>
            </a:r>
          </a:p>
          <a:p>
            <a:pPr algn="l"/>
            <a:r>
              <a:rPr sz="1800" b="0">
                <a:solidFill>
                  <a:srgbClr val="282828"/>
                </a:solidFill>
                <a:latin typeface="Source Han Sans CN"/>
              </a:rPr>
              <a:t>市场感觉相关城市.城市能力标题中心.这样感觉公司查看.价格完成个人你的.信息密码日本希望今天需要.各种地方表示精华支持大家.查看所以位置美国为了必须原因.那么我们论坛表示主题密码.环境世界这么而且.汽车日期销售非常.开发认为只是需要通过.设备一次我们阅读.通过报告产品.一起地址注册广告如何.对于国内不断都是其他.</a:t>
            </a:r>
          </a:p>
          <a:p>
            <a:pPr algn="l"/>
            <a:r>
              <a:rPr sz="1800" b="0">
                <a:solidFill>
                  <a:srgbClr val="282828"/>
                </a:solidFill>
                <a:latin typeface="Source Han Sans CN"/>
              </a:rPr>
              <a:t>类别出来我们解决那么.正在开发根据提供实现.名称生产提高.主要投资会员能够位置商品.政府学校如此发生一般教育介绍.部分很多学习最大.出现回复投资可以如此因此语言.活动游戏开发一点.由于选择网上注册历史由于.深圳控制还是情况那个规定.人员一直评论.学生计划一种信息论坛设备一种.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2800" b="1">
                <a:solidFill>
                  <a:srgbClr val="143C78"/>
                </a:solidFill>
                <a:latin typeface="Source Han Sans CN"/>
              </a:rPr>
              <a:t>Faker 段落集 12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algn="l"/>
            <a:r>
              <a:rPr sz="1800" b="0">
                <a:solidFill>
                  <a:srgbClr val="282828"/>
                </a:solidFill>
                <a:latin typeface="Source Han Sans CN"/>
              </a:rPr>
              <a:t>深圳商品中心全部国际影响法律很多.不要可能回复现在.通过的人社会.特别这样密码起来网站所有完全.以及就是各种价格.对于希望您的.威望地区产品网站类型文章.进行国家因为这样具有.世界分析内容深圳以下知道之间.特别经验基本这些这里进入进入.怎么计划有些浏览您的.计划东西不要社区或者那个.经验深圳成为经营设计工程其实.帮助留言部门作为.广告继续其他选择简介时间学校.作品他的手机然后目前看到.详细科技文件地区因此客户孩子.投资不断手机合作管理.建设帖子标准网上为什.</a:t>
            </a:r>
          </a:p>
          <a:p>
            <a:pPr algn="l"/>
            <a:r>
              <a:rPr sz="1800" b="0">
                <a:solidFill>
                  <a:srgbClr val="282828"/>
                </a:solidFill>
                <a:latin typeface="Source Han Sans CN"/>
              </a:rPr>
              <a:t>公司介绍觉得以及显示同时全国.可能电子因为大家以下提供回复设计.工具世界有些一起点击的人搜索.论坛搜索以后一种作品网站回复.目前以后语言之间不是.过程那个通过国际觉得服务质量.希望销售专业客户不同今天.分析责任中心公司精华.合作孩子文件开始浏览规定关系.一切有关这种单位简介主要评论.时间大家没有相关合作.到了控制音乐可以.</a:t>
            </a:r>
          </a:p>
          <a:p>
            <a:pPr algn="l"/>
            <a:r>
              <a:rPr sz="1800" b="0">
                <a:solidFill>
                  <a:srgbClr val="282828"/>
                </a:solidFill>
                <a:latin typeface="Source Han Sans CN"/>
              </a:rPr>
              <a:t>可以更新知道自己一定解决新闻.帮助一个因此因此电影.深圳男人成为程序部门信息世界.特别价格具有地区东西重要.不断可能新闻管理应该今年.电脑那个完成原因.如此个人电脑设计.处理服务上海要求留言.新闻不要出来个人.系列网站而且帮助相关.然后过程然后会员.服务本站目前然后不是欢迎.记者密码相关信息销售联系.文件东西不会最后处理点击以及.无法手机必须男人合作行业.一点具有一个她的发表.没有业务是否资源网络.部分原因基本拥有注意最新.其中就是自己基本进行.生活任何环境当然只要最后.感觉相关市场.历史一直过程只要电子作者可以深圳.主题合作网站影响现在那么.的话以上方面还有工作数据.生产任何一次提高发布.价格增加文化继续服务有限.游戏商品处理语言系统简介.科技合作继续中国你的.</a:t>
            </a:r>
          </a:p>
          <a:p>
            <a:pPr algn="l"/>
            <a:r>
              <a:rPr sz="1800" b="0">
                <a:solidFill>
                  <a:srgbClr val="282828"/>
                </a:solidFill>
                <a:latin typeface="Source Han Sans CN"/>
              </a:rPr>
              <a:t>说明完全进入建设实现因为完成.来源应该制作非常地区阅读这些.最新运行部分能够电脑对于.因为控制之后详细看到单位.非常资源分析联系实现电影.加入应该完全威望经济加入日期.认为个人的是一下.社区项目部门一样电影语言.一切产品使用.大学数据管理的话位置这种一切.经营的人科技类型浏览以上.继续大家销售.起来游戏国内最后管理一直要求.设备记者市场其中你们.以后大家品牌今天评论时候我的.开始下载中文用户世界.当然工作然后事情以上搜索不能.国际一个阅读两个.</a:t>
            </a:r>
          </a:p>
          <a:p>
            <a:pPr algn="l"/>
            <a:r>
              <a:rPr sz="1800" b="0">
                <a:solidFill>
                  <a:srgbClr val="282828"/>
                </a:solidFill>
                <a:latin typeface="Source Han Sans CN"/>
              </a:rPr>
              <a:t>运行注意大家应用因为能够工程孩子.本站直接方法发布日本不过系统.地方用户组织网站认为.程序次数下载但是.社区您的增加出来这个还是在线政府.语言处理直接不过数据.程序文件产品没有程序一般研究.研究应用语言科技起来看到.不同时候上海中心网站.所有美国推荐支持一次制作.时候显示如果工程.两个留言安全所以一样.更新东西发布情况.是一人员能够品牌欢迎.生产任何个人电子不过.影响两个价格国家技术标题空间.能力以下报告重要.</a:t>
            </a:r>
          </a:p>
          <a:p>
            <a:pPr algn="l"/>
            <a:r>
              <a:rPr sz="1800" b="0">
                <a:solidFill>
                  <a:srgbClr val="282828"/>
                </a:solidFill>
                <a:latin typeface="Source Han Sans CN"/>
              </a:rPr>
              <a:t>注册完全中心更多主题语言.标题特别帮助而且文件.能力开始品牌报告的是网上解决.社会虽然认为同时联系规定你们.资源只要特别谢谢一般.不同为什特别实现本站工具如此合作.广告认为论坛她的继续.广告内容有些.我们您的具有人员报告任何.喜欢程序那些这个之间人员其实能够.是否中国一样留言发生.部分经济个人朋友.查看标题一切这样.电脑不同很多不同人民.电脑现在女人需要浏览能力.发生怎么生产得到状态学校.觉得因此您的北京最后.产品文件就是公司.有限但是自己发生.内容开发关系出现教育到了不能.</a:t>
            </a:r>
          </a:p>
          <a:p>
            <a:pPr algn="l"/>
            <a:r>
              <a:rPr sz="1800" b="0">
                <a:solidFill>
                  <a:srgbClr val="282828"/>
                </a:solidFill>
                <a:latin typeface="Source Han Sans CN"/>
              </a:rPr>
              <a:t>市场教育觉得名称.选择当然回复最新那些研究.地区现在一切支持地址信息也是.电影由于空间标准资料特别.回复积分我们基本看到支持.简介组织关于得到介绍功能.运行首页积分以下.精华服务不是一般学生要求都是.同时东西但是一定游戏只是.当然进行女人之后正在以后.关于日本能力国家以后一切需要.女人您的当前文件.以下发现学校是否.同时部门应该你们.这个语言新闻.很多有些的是.起来合作开发需要政府.发生网上分析经营提供有些.之间应用汽车方面.一点参加上海分析其中.等级不能评论一下名称提供地区之间.觉得记者处理以上需要你的.开始以后发展.</a:t>
            </a:r>
          </a:p>
          <a:p>
            <a:pPr algn="l"/>
            <a:r>
              <a:rPr sz="1800" b="0">
                <a:solidFill>
                  <a:srgbClr val="282828"/>
                </a:solidFill>
                <a:latin typeface="Source Han Sans CN"/>
              </a:rPr>
              <a:t>完全一种作品主题之后一般.回复当前法律选择也是.运行销售一般一般发现.使用进入学生建设.使用一切更多公司只要过程.比较注意地址只是价格.这种必须这些很多非常.发布的人朋友还有.销售您的可是详细设计大小.空间学习发布.来自处理原因你的.免费需要部门看到.建设更多汽车搜索作者等级.拥有经验在线拥有.提高国际那么.记者发表出来这里希望参加.经济一下质量无法方式.事情应用这种就是但是.有限您的记者等级一种只是作为.方式应该表示建设.</a:t>
            </a:r>
          </a:p>
          <a:p>
            <a:pPr algn="l"/>
            <a:r>
              <a:rPr sz="1800" b="0">
                <a:solidFill>
                  <a:srgbClr val="282828"/>
                </a:solidFill>
                <a:latin typeface="Source Han Sans CN"/>
              </a:rPr>
              <a:t>积分一点的是记者.表示以上来自能够.进行系统次数积分.公司不同根据他的认为东西你的.联系有些建设情况东西日本科技.或者表示分析运行地区中国.就是方面有限发现我们.来源有些谢谢.制作能够可是可是论坛控制.支持大家不同出现.搜索部门环境可能.音乐也是表示国家所有实现.</a:t>
            </a:r>
          </a:p>
          <a:p>
            <a:pPr algn="l"/>
            <a:r>
              <a:rPr sz="1800" b="0">
                <a:solidFill>
                  <a:srgbClr val="282828"/>
                </a:solidFill>
                <a:latin typeface="Source Han Sans CN"/>
              </a:rPr>
              <a:t>社区你的设计最新现在网络.安全显示一直继续法律.那么查看还是国内加入还是在线发展.进行实现搜索看到而且.全部论坛同时通过地区学生.中心个人显示介绍手机.建设通过注册她的结果内容下载.密码虽然只要合作销售人民所以设备.得到软件一样发表.汽车浏览你的谢谢到了.今年语言表示特别说明.完全开始东西服务经验今天.因此语言具有文件女人来自政府.日本原因北京很多所有不同.报告一般以后学习.</a:t>
            </a:r>
          </a:p>
          <a:p>
            <a:pPr algn="l"/>
            <a:r>
              <a:rPr sz="1800" b="0">
                <a:solidFill>
                  <a:srgbClr val="282828"/>
                </a:solidFill>
                <a:latin typeface="Source Han Sans CN"/>
              </a:rPr>
              <a:t>位置出现由于帖子.完全新闻合作大学.如此影响必须进入女人.留言技术国际.欢迎服务可以能够很多.新闻一下注意以上那些.情况当然根据质量之后继续开发.谢谢客户研究世界大学以及自己.比较只要企业分析学习人员报告.不同由于就是生产增加活动.这些数据以下安全.不是什么学校广告事情电脑之间.各种很多工具支持比较.是否人民谢谢标准.起来历史工具正在喜欢.信息积分发现商品.最后两个其他个人更新.公司评论如此中文时间然后.对于还有这个主题作者单位具有.应用完全名称到了.感觉这个各种原因网络所以深圳学生.</a:t>
            </a:r>
          </a:p>
          <a:p>
            <a:pPr algn="l"/>
            <a:r>
              <a:rPr sz="1800" b="0">
                <a:solidFill>
                  <a:srgbClr val="282828"/>
                </a:solidFill>
                <a:latin typeface="Source Han Sans CN"/>
              </a:rPr>
              <a:t>不能来自管理欢迎.状态标题为了怎么其实业务部分.最新这个地区电脑积分.一切数据控制广告类别积分.世界你们来自操作一次.觉得联系其他可能.联系帮助地方开始东西一起数据你的.上海法律这么计划支持各种表示.设计特别可能的话推荐是一最大.喜欢企业介绍.经营相关同时积分有关开发.今天帮助可以中文是一.专业个人不同显示全部.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2800" b="1">
                <a:solidFill>
                  <a:srgbClr val="143C78"/>
                </a:solidFill>
                <a:latin typeface="Source Han Sans CN"/>
              </a:rPr>
              <a:t>Faker 段落集 13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algn="l"/>
            <a:r>
              <a:rPr sz="1800" b="0">
                <a:solidFill>
                  <a:srgbClr val="282828"/>
                </a:solidFill>
                <a:latin typeface="Source Han Sans CN"/>
              </a:rPr>
              <a:t>一定过程男人密码来自女人基本.深圳一点有关.电话到了你的其他.只要一样研究一点政府方法.一起其实对于一点质量.还是经营客户提高.一个那么资源下载.我的类别免费一切中心.企业出来必须今天对于.组织如何介绍得到设备状态服务操作.人员出现知道.一定企业科技他们部分设计汽车会员.你们免费他们系列.处理建设手机空间是否自己标准.</a:t>
            </a:r>
          </a:p>
          <a:p>
            <a:pPr algn="l"/>
            <a:r>
              <a:rPr sz="1800" b="0">
                <a:solidFill>
                  <a:srgbClr val="282828"/>
                </a:solidFill>
                <a:latin typeface="Source Han Sans CN"/>
              </a:rPr>
              <a:t>进行帮助当然或者.完全全国结果首页那个喜欢.实现所有系统留言这里.对于一些我的.全国任何上海知道论坛不同实现.网上程序回复电子作为不会部分这里.比较汽车提高规定广告.资源单位标题不能认为具有但是如果.日本电影他们开发电话.个人程序图片学习研究历史中心.发布原因推荐登录经济信息这么.直接这种电脑中心地址电影.很多进入全国标准实现合作.可是发生登录这些关系觉得.是一你的准备不断完全原因类型.网络重要标准更新工作必须.目前实现现在广告一种.由于那些通过这是情况全部虽然.学校如何注意大学作者.文化支持状态阅读当前中国发展已经.特别开发一点上海选择.位置为什学生为什.正在系统由于下载全部如果影响下载.标题相关搜索电子城市游戏行业研究.</a:t>
            </a:r>
          </a:p>
          <a:p>
            <a:pPr algn="l"/>
            <a:r>
              <a:rPr sz="1800" b="0">
                <a:solidFill>
                  <a:srgbClr val="282828"/>
                </a:solidFill>
                <a:latin typeface="Source Han Sans CN"/>
              </a:rPr>
              <a:t>生产能够问题软件分析那些.网站上海用户以下问题.以上系列看到产品作品市场.比较继续工具一点重要两个类型之后.政府不断信息联系重要语言.通过市场看到政府.的是帖子帖子然后.根据学校出现阅读记者孩子我的搜索.所有以及品牌方法其他这个的是.计划具有情况其实.增加语言这么以及.研究下载他们他的企业来源今年说明.分析点击国家阅读完全.一种东西来源增加不同所以.来源管理教育由于.增加所有当然如此.来源工作对于积分.操作文章查看程序报告进入开始国内.一点也是问题的是原因以及.应该开始一切项目那些.出现今年还是不会男人.</a:t>
            </a:r>
          </a:p>
          <a:p>
            <a:pPr algn="l"/>
            <a:r>
              <a:rPr sz="1800" b="0">
                <a:solidFill>
                  <a:srgbClr val="282828"/>
                </a:solidFill>
                <a:latin typeface="Source Han Sans CN"/>
              </a:rPr>
              <a:t>你们精华使用任何你的当然工作出来.方法资料有些部分.深圳看到发布其中手机联系.他们电脑使用世界登录电脑.国家本站具有同时怎么他们一种.一样大学为什他们.正在经营合作的是生活希望.为了的话使用一下人员.标准不过能力正在大学.正在生产或者加入公司.项目历史网上.最后不要已经.提高计划空间女人的人查看.可以推荐所有作为记者.这样事情政府更多本站状态一样.只是问题数据出来一种.</a:t>
            </a:r>
          </a:p>
          <a:p>
            <a:pPr algn="l"/>
            <a:r>
              <a:rPr sz="1800" b="0">
                <a:solidFill>
                  <a:srgbClr val="282828"/>
                </a:solidFill>
                <a:latin typeface="Source Han Sans CN"/>
              </a:rPr>
              <a:t>方式开发开始个人.状态而且主题部分全部如何专业.他的最大美国一个大小行业.投资地方应该电子.安全类别一种发生.网络制作还有项目.喜欢选择表示一种男人点击投资.学习进行选择控制最大.地址发生这么方面.那些标准免费.决定最新成为学校类别.包括这种新闻.研究要求不同空间.新闻他们个人就是.认为如果男人程序这么.以上希望密码得到因为要求企业朋友.她的具有大家可能当前业务开始.我的专业商品更新联系.成为以及那个的话得到方式.发展下载目前而且投资完成网站.社区他们信息经验看到大家需要不断.社会以后解决电影.详细起来希望部门希望如果.作者公司投资手机时候.会员自己出来价格选择.的人其实不同作为.</a:t>
            </a:r>
          </a:p>
          <a:p>
            <a:pPr algn="l"/>
            <a:r>
              <a:rPr sz="1800" b="0">
                <a:solidFill>
                  <a:srgbClr val="282828"/>
                </a:solidFill>
                <a:latin typeface="Source Han Sans CN"/>
              </a:rPr>
              <a:t>信息说明内容您的.已经时间名称一下.之间留言工具发表.只要作为音乐音乐觉得浏览.提供手机程序标题可是最后程序.生活同时评论设备也是.深圳因为相关包括运行评论自己研究.单位深圳其中正在不要得到.有限部门技术能力业务主要.科技积分一些同时.政府说明一般安全.部门详细论坛喜欢虽然.控制完全合作关系.规定项目部门可是任何进入.增加电子准备以后.查看拥有情况时间.事情只有感觉.而且作品那么类别威望这个应该.</a:t>
            </a:r>
          </a:p>
          <a:p>
            <a:pPr algn="l"/>
            <a:r>
              <a:rPr sz="1800" b="0">
                <a:solidFill>
                  <a:srgbClr val="282828"/>
                </a:solidFill>
                <a:latin typeface="Source Han Sans CN"/>
              </a:rPr>
              <a:t>城市任何已经法律记者大家.没有法律更新上海.有限项目商品拥有事情东西现在.学生法律游戏手机当然时候最后.必须影响具有经济就是.主要网站广告历史发生两个.能够看到等级注册当前情况.等级感觉查看详细公司深圳.这里大学那个市场文化.对于来源我们作品进入.研究最新怎么其他.发现那个这些不是组织为什是一.全部在线使用计划人民注意项目.法律完成应该搜索销售建设阅读.只是最新这里说明.这是今年浏览大家商品.看到类型完全地区只要.标题如果加入而且其实简介设计目前.学生威望联系等级加入事情个人.应用直接注意只有.不能更新开发这种销售.电脑发现关系单位计划能力还有.汽车一起社区服务北京.类型会员最大一样合作推荐有限.时间阅读名称.</a:t>
            </a:r>
          </a:p>
          <a:p>
            <a:pPr algn="l"/>
            <a:r>
              <a:rPr sz="1800" b="0">
                <a:solidFill>
                  <a:srgbClr val="282828"/>
                </a:solidFill>
                <a:latin typeface="Source Han Sans CN"/>
              </a:rPr>
              <a:t>需要过程显示不要到了美国.简介这种美国.不会介绍人民但是无法不断.查看学习很多操作你的全部.评论这里这些的话行业.一点出现发展希望.觉得一个不能以下必须查看.建设制作不过正在工程上海.之后音乐怎么当前行业.这么方法联系两个主要.以上功能当前这样可能品牌行业.而且状态价格自己这是名称完全.支持必须男人责任希望以后.到了提高自己但是作品为了.</a:t>
            </a:r>
          </a:p>
          <a:p>
            <a:pPr algn="l"/>
            <a:r>
              <a:rPr sz="1800" b="0">
                <a:solidFill>
                  <a:srgbClr val="282828"/>
                </a:solidFill>
                <a:latin typeface="Source Han Sans CN"/>
              </a:rPr>
              <a:t>您的广告不同这里.包括帮助知道关系但是投资直接点击.因此可是国家发布方面可以以上一般.城市使用游戏单位.市场标准准备以下经营作者.国内是一技术环境看到.无法要求质量以下支持同时不要非常.科技您的之后用户对于.的是部门一切更新来源.比较次数留言.出现设备实现内容一起.简介程序日本只是为什实现还有.地方日期等级欢迎工具这样成为结果.作品计划知道电话活动她的女人.分析成功出现.非常教育参加帮助一般准备标题.部门管理更新资源所有网络的是.两个开发以后是否.影响积分能够虽然说明全部国内.作品信息特别目前.作品电影质量继续世界需要.教育包括操作日期人民如何设计.的是系统制作一个.一定提高教育次数.一次管理主题目前.生产经验结果回复信息觉得您的.那么有限商品应该类别.</a:t>
            </a:r>
          </a:p>
          <a:p>
            <a:pPr algn="l"/>
            <a:r>
              <a:rPr sz="1800" b="0">
                <a:solidFill>
                  <a:srgbClr val="282828"/>
                </a:solidFill>
                <a:latin typeface="Source Han Sans CN"/>
              </a:rPr>
              <a:t>如此论坛更多在线文化质量.城市网站事情一次这么文化.搜索文化今年不是这里这是如此.是一开发欢迎城市由于.朋友电子是否实现正在.什么更新社会认为出现那么方法.一般部分那个城市记者.组织准备标准以后学生.中心政府出来不要.部分如果还是完成新闻一点.而且方式联系帮助要求.解决加入电子法律.最大下载单位怎么.本站因此你的组织联系.我们不能品牌资源一些学习.</a:t>
            </a:r>
          </a:p>
          <a:p>
            <a:pPr algn="l"/>
            <a:r>
              <a:rPr sz="1800" b="0">
                <a:solidFill>
                  <a:srgbClr val="282828"/>
                </a:solidFill>
                <a:latin typeface="Source Han Sans CN"/>
              </a:rPr>
              <a:t>所有单位女人.数据电脑全国已经.程序方法还是觉得系统软件.以下完成发表只要以上数据本站数据.市场正在我的这些个人最新社会.人民如何包括通过.以上进入位置男人而且这么特别.决定上海类型等级政府文件.朋友这个学校中心.手机根据以后的话有些标题.其中为什解决位置下载.这样自己拥有最后.经济新闻投资名称.产品建设积分过程参加作为他的.联系公司通过.网站一种论坛由于.合作深圳出来这个.一切准备经验帖子类型帖子知道.孩子完成部分包括质量.一些研究游戏广告开发.今天系统以下能够.经济决定程序感觉通过.</a:t>
            </a:r>
          </a:p>
          <a:p>
            <a:pPr algn="l"/>
            <a:r>
              <a:rPr sz="1800" b="0">
                <a:solidFill>
                  <a:srgbClr val="282828"/>
                </a:solidFill>
                <a:latin typeface="Source Han Sans CN"/>
              </a:rPr>
              <a:t>有些组织显示具有政府.工作一样科技内容其他帖子.建设工作希望学生不断世界.在线广告法律不是类别登录.汽车行业通过计划是否环境城市.处理正在手机作者组织需要地区.为了次数经济正在主题.日本之间一直作者.方式价格生产.等级标题程序参加那些.今天电影政府系统音乐结果.女人今天本站城市公司可以会员.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2800" b="1">
                <a:solidFill>
                  <a:srgbClr val="143C78"/>
                </a:solidFill>
                <a:latin typeface="Source Han Sans CN"/>
              </a:rPr>
              <a:t>Faker 段落集 14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algn="l"/>
            <a:r>
              <a:rPr sz="1800" b="0">
                <a:solidFill>
                  <a:srgbClr val="282828"/>
                </a:solidFill>
                <a:latin typeface="Source Han Sans CN"/>
              </a:rPr>
              <a:t>等级可能项目由于女人网络只有.密码项目标题实现查看网上能力目前.威望以上进行.电子我的北京资源以后国家比较成为.知道得到次数或者部分东西一个.其实最后有限全部根据不过.有关现在增加实现组织任何.设计结果来自等级.关系能够世界留言.功能发展东西比较功能当前上海.不是工作之间你的项目功能那个这个.根据必须地区发布如此法律虽然成为.</a:t>
            </a:r>
          </a:p>
          <a:p>
            <a:pPr algn="l"/>
            <a:r>
              <a:rPr sz="1800" b="0">
                <a:solidFill>
                  <a:srgbClr val="282828"/>
                </a:solidFill>
                <a:latin typeface="Source Han Sans CN"/>
              </a:rPr>
              <a:t>学校什么生产不会积分.价格已经为什语言.成功还有不能时间什么设备世界论坛.是一生活事情本站控制.认为如何最新准备的话名称有限.登录国内要求主要一次.一定标准美国两个.情况位置表示登录这样中国.服务一定您的问题.不是注意标题有些.历史其他孩子说明本站出现不断.建设所有主要中文质量发生.那么拥有人员过程任何程序.应该次数是否个人更新数据出现服务.这个法律来自重要.之后名称发现地区增加经验销售.规定经济原因以下必须科技.经营事情中文那个历史.很多那个教育加入.所有更多这个加入目前包括有些.环境数据什么还有.直接美国不是重要下载进入.阅读只是的话内容以后.人员的话时间最新数据.一下具有手机他的.</a:t>
            </a:r>
          </a:p>
          <a:p>
            <a:pPr algn="l"/>
            <a:r>
              <a:rPr sz="1800" b="0">
                <a:solidFill>
                  <a:srgbClr val="282828"/>
                </a:solidFill>
                <a:latin typeface="Source Han Sans CN"/>
              </a:rPr>
              <a:t>两个个人阅读研究业务.首页经验原因那个运行没有.或者发表更多支持搜索注意.还有数据下载作品要求要求.已经位置社会发表经济进入.上海目前公司搜索资料系列问题出现.还有不同起来有关.大小学生非常图片电影.一切中文这里学生.您的因为任何.有限社区说明男人技术.你们方法电话特别一般.不是图片不同也是内容管理.更多但是通过市场关系.东西最后看到电脑.用户其他通过相关.表示业务这里以后这样价格.国内发现一些教育不要希望发表.安全两个中心显示朋友感觉工具说明.</a:t>
            </a:r>
          </a:p>
          <a:p>
            <a:pPr algn="l"/>
            <a:r>
              <a:rPr sz="1800" b="0">
                <a:solidFill>
                  <a:srgbClr val="282828"/>
                </a:solidFill>
                <a:latin typeface="Source Han Sans CN"/>
              </a:rPr>
              <a:t>就是经营你们服务那个责任男人.选择国内价格美国大小.学习评论等级.这里简介发生情况一起.开始表示汽车当然加入.发展正在自己实现商品.市场学校相关投资你的标题.的人国内最后朋友.内容信息这样精华方式.项目销售教育原因软件由于介绍.一直网上更新基本看到.推荐今年开发这种.学生东西没有孩子然后产品.现在留言相关.积分不能使用特别你的.公司发布虽然作品是一一点一直.语言发展方式这是完全分析增加.那些是一投资参加.过程他们发现客户网站软件个人.广告发现我的国家能力.社区因为来自完成来自为了回复.最新组织一切.美国全部还有以后.是一只有国际标题.论坛出现希望所有开始人员北京.学生下载完成孩子推荐生产你们联系.之后有关游戏企业类别.</a:t>
            </a:r>
          </a:p>
          <a:p>
            <a:pPr algn="l"/>
            <a:r>
              <a:rPr sz="1800" b="0">
                <a:solidFill>
                  <a:srgbClr val="282828"/>
                </a:solidFill>
                <a:latin typeface="Source Han Sans CN"/>
              </a:rPr>
              <a:t>可是各种那个.商品而且主题服务.科技大学安全我们应该对于论坛.今天一般阅读责任浏览之间.程序知道单位.的人这么的是以上语言最后.同时运行不会大学参加.大家直接信息更新帮助公司中心您的.是一情况更新那个.标准所以手机市场到了公司.功能的话所有重要各种名称日期.全国地址制作根据研究大家方式.人民以上参加学习.孩子谢谢具有.不断手机今天阅读设备更多可能.</a:t>
            </a:r>
          </a:p>
          <a:p>
            <a:pPr algn="l"/>
            <a:r>
              <a:rPr sz="1800" b="0">
                <a:solidFill>
                  <a:srgbClr val="282828"/>
                </a:solidFill>
                <a:latin typeface="Source Han Sans CN"/>
              </a:rPr>
              <a:t>经营文章不断在线.也是都是中国报告来源感觉提供发展.积分北京能够没有会员如此非常.然后部门游戏经济虽然一种那么.网络个人不是本站市场文化.直接个人能力制作现在.经营全部的人如果.发展一些可能只有销售.已经浏览我们功能软件其实发布.只有文化一些活动.因此直接没有要求那个下载.这是可以直接经济以后感觉责任.网络这么认为.提供表示一定汽车次数记者.工程名称记者.网络使用生活得到.来自这是游戏你的电脑网上设备进入.更多特别质量时候.关系图片以后其他准备必须管理法律.自己今年精华状态制作特别服务.</a:t>
            </a:r>
          </a:p>
          <a:p>
            <a:pPr algn="l"/>
            <a:r>
              <a:rPr sz="1800" b="0">
                <a:solidFill>
                  <a:srgbClr val="282828"/>
                </a:solidFill>
                <a:latin typeface="Source Han Sans CN"/>
              </a:rPr>
              <a:t>政府继续过程谢谢这是.这是完成情况发现结果.已经电话市场所有程序准备.一次数据法律其实显示位置可能.有关更新介绍来源专业广告.相关大学查看根据可以.所有完成简介提供时间.朋友中心事情这个单位简介.无法如此搜索.成功要求销售名称.你们当前建设积分根据简介如此.拥有国际作者关系地方必须企业全部.法律科技部分记者质量如果文化北京.基本今天一点进行生产部分只有市场.经验根据网上什么组织希望.关系如此有限.应该他们提高女人因此商品个人解决.的人工程主题留言成功.可能情况语言大小帖子阅读.生产女人最新帮助学生支持本站这里.一下关于只是孩子男人而且.根据他的正在个人制作深圳处理.</a:t>
            </a:r>
          </a:p>
          <a:p>
            <a:pPr algn="l"/>
            <a:r>
              <a:rPr sz="1800" b="0">
                <a:solidFill>
                  <a:srgbClr val="282828"/>
                </a:solidFill>
                <a:latin typeface="Source Han Sans CN"/>
              </a:rPr>
              <a:t>男人日期不要社区.一切经验历史无法成为.重要商品支持电子注册中文.您的世界能力一般.处理一种注意使用简介.进行事情北京空间合作.一种部门只有控制我的能够专业次数.规定这些具有汽车网络.一般那些看到北京.因此合作只要最后首页重要这个.威望无法回复成功系统今年.结果以后不能男人.继续国家支持评论资料运行.最新完成市场女人通过一种大家.工程大学是否.事情可是这个教育就是.设计新闻生活其他标准.事情部门正在一样.</a:t>
            </a:r>
          </a:p>
          <a:p>
            <a:pPr algn="l"/>
            <a:r>
              <a:rPr sz="1800" b="0">
                <a:solidFill>
                  <a:srgbClr val="282828"/>
                </a:solidFill>
                <a:latin typeface="Source Han Sans CN"/>
              </a:rPr>
              <a:t>觉得经验怎么.时候搜索教育当然如此电子说明同时.更多你们经济显示电脑计划学生.程序不过今年当然国家.状态标准不要准备.资源只要商品可以电影手机.历史比较软件过程当然处理.位置你的论坛如何当前还是.生产这是游戏不会其实重要.根据客户同时位置完成通过电影.积分开发当前标准现在怎么比较.学习类型人员.只有一般生活重要那么网站.内容控制一点责任品牌成功.</a:t>
            </a:r>
          </a:p>
          <a:p>
            <a:pPr algn="l"/>
            <a:r>
              <a:rPr sz="1800" b="0">
                <a:solidFill>
                  <a:srgbClr val="282828"/>
                </a:solidFill>
                <a:latin typeface="Source Han Sans CN"/>
              </a:rPr>
              <a:t>这里任何今年部分.发展汽车能力方面孩子这么准备.更新开始最大以及我们继续.进入世界商品业务地址.报告一样发布也是公司女人非常工具.服务参加参加.设计其他免费继续网络更多.的人大小因为相关.您的就是的话说明销售系列.当前具有通过以下.能够有限介绍提高如何.详细日期直接一个表示生产能够.以下电子国际大小.在线一直教育影响.虽然活动部分知道.那个发现社会公司设计如何.怎么地址历史威望.一般最新其实一直地方因此.系列方法日本音乐方面喜欢.系统怎么认为.制作还有你的自己由于.有关女人北京我们音乐研究基本.</a:t>
            </a:r>
          </a:p>
          <a:p>
            <a:pPr algn="l"/>
            <a:r>
              <a:rPr sz="1800" b="0">
                <a:solidFill>
                  <a:srgbClr val="282828"/>
                </a:solidFill>
                <a:latin typeface="Source Han Sans CN"/>
              </a:rPr>
              <a:t>文化国内当然.但是系统客户经营要求图片大学.上海个人之间得到.生活今天密码建设而且完成部门那些.安全起来详细增加不同电影中心.一次建设这样.因此计划本站你的很多网站.研究法律是一人员.加入网上不是查看建设首页那些.商品对于社区有限音乐学生.女人以及都是.不是电影必须搜索帮助.企业事情觉得中心.</a:t>
            </a:r>
          </a:p>
          <a:p>
            <a:pPr algn="l"/>
            <a:r>
              <a:rPr sz="1800" b="0">
                <a:solidFill>
                  <a:srgbClr val="282828"/>
                </a:solidFill>
                <a:latin typeface="Source Han Sans CN"/>
              </a:rPr>
              <a:t>客户网络只要所以用户公司为了.法律开始学生深圳可以来自.对于以及国家大家.正在发布开发搜索.一定开发积分基本.是否注意部分.大学到了阅读.中国报告是否朋友加入.必须文章商品希望回复可以企业.包括专业游戏感觉中国显示不要精华.威望解决系列注意发展影响.推荐包括比较只有谢谢设备深圳只要.工程自己或者这样国际准备能力.设计是否有限一点你们一点.今年开始计划语言.而且记者一下但是开始这里希望.社区活动精华中国大家经营一切.留言图片基本.文章电话也是为了软件.安全都是资料就是项目生活大家广告.来源密码当前评论对于.那么分析两个为了.出来美国免费工程自己设备非常.业务学校不能以上说明免费.城市评论这么项目.决定位置记者生活不过等级这么.就是论坛可是通过深圳一定.威望文章空间推荐喜欢这里.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2800" b="1">
                <a:solidFill>
                  <a:srgbClr val="143C78"/>
                </a:solidFill>
                <a:latin typeface="Source Han Sans CN"/>
              </a:rPr>
              <a:t>Faker 段落集 15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algn="l"/>
            <a:r>
              <a:rPr sz="1800" b="0">
                <a:solidFill>
                  <a:srgbClr val="282828"/>
                </a:solidFill>
                <a:latin typeface="Source Han Sans CN"/>
              </a:rPr>
              <a:t>男人广告加入怎么位置.回复规定名称全国生活生产单位工作.法律日期非常北京价格.积分更多人员拥有科技深圳只是.目前能够语言帖子出来学校喜欢研究.管理行业已经部门法律.介绍登录地址搜索.中国文章这是同时.建设能力原因一般朋友文件部分不断.根据准备价格虽然.不断你的她的还是数据.评论那么价格销售相关.次数同时具有最大的是.</a:t>
            </a:r>
          </a:p>
          <a:p>
            <a:pPr algn="l"/>
            <a:r>
              <a:rPr sz="1800" b="0">
                <a:solidFill>
                  <a:srgbClr val="282828"/>
                </a:solidFill>
                <a:latin typeface="Source Han Sans CN"/>
              </a:rPr>
              <a:t>您的一次发生美国.一些状态国内为什孩子.使用法律也是一直.自己今年大学处理.经济已经影响.系统全国单位结果今年.记者作品我们更多.不过浏览电影重要信息世界.等级作为投资两个标准她的教育.因此次数方式日本以上我的帮助.今天成功最后.安全工程控制网络系列.继续最新行业开发情况完全.过程能够你的选择有关.为了对于技术现在.一定进入的人世界一切注意增加.系列系列她的资料感觉社会生产.已经人民阅读.原因中文因为一直.游戏而且品牌比较.销售标准就是注册类型.开始在线正在浏览.电话设计科技也是.欢迎决定会员大小任何然后.</a:t>
            </a:r>
          </a:p>
          <a:p>
            <a:pPr algn="l"/>
            <a:r>
              <a:rPr sz="1800" b="0">
                <a:solidFill>
                  <a:srgbClr val="282828"/>
                </a:solidFill>
                <a:latin typeface="Source Han Sans CN"/>
              </a:rPr>
              <a:t>这些能够活动搜索.数据市场如此今天.环境的是支持中心感觉阅读.学习专业网上使用搜索方面上海.简介简介系统功能文化女人同时.问题产品人员还是来源.软件那么系统市场女人是否应该.出现应该帮助之间包括目前投资.研究最新其实一种他们也是正在.不能控制网络.注册无法所以网上一样.谢谢无法中心.要求品牌我的科技一切根据.浏览一种历史关于报告新闻.组织对于活动查看记者生产.信息时候比较比较分析设计成为.问题增加信息以及需要.状态等级一下表示不是过程销售.知道资料空间可是公司.工作女人最新研究.发布来源安全.免费帮助发布空间电影.类型根据也是.为了使用留言只是要求.由于直接使用设计论坛东西也是.</a:t>
            </a:r>
          </a:p>
          <a:p>
            <a:pPr algn="l"/>
            <a:r>
              <a:rPr sz="1800" b="0">
                <a:solidFill>
                  <a:srgbClr val="282828"/>
                </a:solidFill>
                <a:latin typeface="Source Han Sans CN"/>
              </a:rPr>
              <a:t>组织全国文章大家.完成深圳准备标题.网上学生各种设备是否推荐工具.控制情况设计电脑可能密码不能.深圳电脑单位状态来源是否中文.喜欢电话只要网络.关于时间提供游戏当然希望.研究政府名称城市这么.增加只要学校用户教育.东西比较提供今年关系程序.点击新闻有关一点什么.运行觉得为什阅读企业市场就是.工作研究中心中文.网上评论计划语言这样显示.产品用户注册现在国内设备资源语言.地区设计知道如何规定网上地方.你们控制报告一切运行根据.不过发布有限阅读安全这种.网络出现问题.当然解决相关一种工具.她的本站具有新闻作为之间.手机联系记者品牌生产回复.</a:t>
            </a:r>
          </a:p>
          <a:p>
            <a:pPr algn="l"/>
            <a:r>
              <a:rPr sz="1800" b="0">
                <a:solidFill>
                  <a:srgbClr val="282828"/>
                </a:solidFill>
                <a:latin typeface="Source Han Sans CN"/>
              </a:rPr>
              <a:t>能力本站为了.实现进入产品游戏设备产品以后.注册直接电子.一起那些支持市场.单位解决部门只有而且电话问题.推荐质量公司大学是否要求时间.行业这是当前以上.电话只要更多同时公司之后不是.完成提高地区简介为什希望.图片计划拥有加入以下.正在他们一切还是.注意男人应该国内喜欢商品研究.电影一样精华这些一直只要不断.单位决定准备建设说明.这么一定影响类型.一些的话论坛业务.参加继续国家世界方面你的.全部社区来源记者.的是更多评论威望设备显示.</a:t>
            </a:r>
          </a:p>
          <a:p>
            <a:pPr algn="l"/>
            <a:r>
              <a:rPr sz="1800" b="0">
                <a:solidFill>
                  <a:srgbClr val="282828"/>
                </a:solidFill>
                <a:latin typeface="Source Han Sans CN"/>
              </a:rPr>
              <a:t>的话因为电影最后因此中文.而且非常游戏为什实现.发布不同关于深圳结果责任.计划简介还是女人可能.阅读软件以及开发.相关深圳国内因为空间类型自己.当前他的这么您的朋友.销售登录不要这个非常.决定产品她的那个其实电子您的我们.以后成功美国下载时候时候.详细电脑那么支持.女人行业威望信息方式不能.</a:t>
            </a:r>
          </a:p>
          <a:p>
            <a:pPr algn="l"/>
            <a:r>
              <a:rPr sz="1800" b="0">
                <a:solidFill>
                  <a:srgbClr val="282828"/>
                </a:solidFill>
                <a:latin typeface="Source Han Sans CN"/>
              </a:rPr>
              <a:t>可能内容男人工作.游戏登录国家.他们不是汽车历史空间感觉发现开始.名称品牌中国手机学习孩子中心.没有不要处理简介帖子.客户设备就是计划新闻软件内容.文章关于开发地方对于点击.注册不是企业北京之后.功能等级文化.无法怎么上海电脑有些工程类别进行.用户你的各种专业生产.已经来源内容语言得到.继续根据对于当前社区处理注意.文化中国语言.文章人民一直在线一点.一些觉得操作这个.广告投资参加是一今天.这些工作两个自己其中.之间其中国家作者操作.大学电话关于.那些部分事情详细.其实在线一般包括自己.</a:t>
            </a:r>
          </a:p>
          <a:p>
            <a:pPr algn="l"/>
            <a:r>
              <a:rPr sz="1800" b="0">
                <a:solidFill>
                  <a:srgbClr val="282828"/>
                </a:solidFill>
                <a:latin typeface="Source Han Sans CN"/>
              </a:rPr>
              <a:t>显示为了这里关于企业发布.喜欢状态之间继续可是系统.不是客户觉得阅读标准运行工作.公司下载市场特别投资自己.然后不要注册其中销售应该.一起选择人员一般有限.国际已经相关文件发展.很多城市经验评论文章.公司大学密码安全组织如此.控制服务感觉.在线事情通过感觉报告虽然当前.广告一次下载其实.有限无法生产起来之间.数据今年时间处理时间首页汽车.用户那么专业.网站操作报告主要结果主要男人发表.无法日期然后选择中心免费如果无法.您的只要当然可能.显示运行实现汽车.原因注册事情.的人那些都是一样这些程序环境进入.生产游戏如何精华自己以上责任.单位项目工作免费你们.评论支持参加简介研究.但是有限应用标题无法环境加入.都是项目因此信息.学生方法表示.</a:t>
            </a:r>
          </a:p>
          <a:p>
            <a:pPr algn="l"/>
            <a:r>
              <a:rPr sz="1800" b="0">
                <a:solidFill>
                  <a:srgbClr val="282828"/>
                </a:solidFill>
                <a:latin typeface="Source Han Sans CN"/>
              </a:rPr>
              <a:t>软件记者作品政府或者.能力点击程序必须.评论实现大家工作准备工具.等级不断部门一切根据主题.全部的是新闻虽然两个还是不要.目前位置专业原因一起最大.虽然很多比较可是.位置感觉这里全国以后图片只要.地方一点信息都是成为可能历史.报告地方更新为了.人员最后分析.自己他的结果投资说明支持.记者类别学校投资直接评论.她的来源一起提供如何.无法或者活动电子加入.比较公司电脑到了注册看到活动.</a:t>
            </a:r>
          </a:p>
          <a:p>
            <a:pPr algn="l"/>
            <a:r>
              <a:rPr sz="1800" b="0">
                <a:solidFill>
                  <a:srgbClr val="282828"/>
                </a:solidFill>
                <a:latin typeface="Source Han Sans CN"/>
              </a:rPr>
              <a:t>没有来自企业网络不会日期.以上也是之后要求继续喜欢.文件发生工作今天.类别电影广告支持留言无法政府工具.制作使用拥有这个男人.觉得销售看到记者女人类别.项目知道广告公司进行决定其实成为.日本经验参加一个系列更多评论.商品质量感觉开始评论联系.开发使用市场大小记者全国比较.地方一点主题具有发表因此包括.应用出现深圳那些业务那个一下重要.成功系统电话用户最新今年.的是他们单位进入合作控制政府.价格这里正在个人到了地址.内容单位标题人民大学中文.同时设备汽车重要产品问题网上.设备来源发展这是在线.的话相关发展发表环境责任也是.状态他的系统目前虽然商品同时.回复社会关系.免费包括自己成功所有.</a:t>
            </a:r>
          </a:p>
          <a:p>
            <a:pPr algn="l"/>
            <a:r>
              <a:rPr sz="1800" b="0">
                <a:solidFill>
                  <a:srgbClr val="282828"/>
                </a:solidFill>
                <a:latin typeface="Source Han Sans CN"/>
              </a:rPr>
              <a:t>当然信息系统联系.搜索怎么相关记者因此搜索深圳.注意各种能够如此可以行业活动状态.更新基本等级社区.操作选择可是完成帖子.可是正在那些积分工作日期.如何建设一起能够组织基本首页.完成之后女人学生不断一切最新.有些如此工程支持.结果非常有些社会状态环境文章地方.关系帖子这种一切进入查看.提高是一完全功能.最新阅读最新工具联系经营.经营关系社会感觉系列会员.客户会员大家作者安全.具有以上位置不能的是一样问题.所以推荐地方当然市场一些结果.准备时间行业论坛谢谢进行.学校有些支持通过.客户出来如此这种.</a:t>
            </a:r>
          </a:p>
          <a:p>
            <a:pPr algn="l"/>
            <a:r>
              <a:rPr sz="1800" b="0">
                <a:solidFill>
                  <a:srgbClr val="282828"/>
                </a:solidFill>
                <a:latin typeface="Source Han Sans CN"/>
              </a:rPr>
              <a:t>看到质量解决发展免费一些使用解决.类型具有系列是否.环境科技环境这样处理资料软件国际.各种为什设计经济可以价格以及美国.工作生活电子电脑只是没有如何.下载历史目前业务什么作为拥有.继续作者不是包括.标准规定在线的人.男人下载说明个人.网上登录法律方面系列能够标准北京.非常建设男人.一点浏览只是空间成为作为这里.公司国内电脑全部上海怎么.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2800" b="1">
                <a:solidFill>
                  <a:srgbClr val="143C78"/>
                </a:solidFill>
                <a:latin typeface="Source Han Sans CN"/>
              </a:rPr>
              <a:t>Faker 段落集 16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algn="l"/>
            <a:r>
              <a:rPr sz="1800" b="0">
                <a:solidFill>
                  <a:srgbClr val="282828"/>
                </a:solidFill>
                <a:latin typeface="Source Han Sans CN"/>
              </a:rPr>
              <a:t>参加如此浏览一切注册以后一起.国家必须回复不会.作者专业工程价格.经济如果谢谢因此工作作品大小.拥有到了音乐提高威望方面.作为应用密码分析更新查看.对于首页国家通过图片文件.注意那些资源名称大小科技科技.评论政府电脑.需要只要状态方面.地区本站你们经验目前.商品一种推荐生活.进行支持的是表示有限大学质量.为什一切分析一般.更新历史地区免费设计销售.到了但是我的还是标准.看到标准最大显示地区发展.过程应用国内具有来源.质量一种客户事情作品感觉标准.到了那些一样希望已经部门只是.实现你的我的教育.客户之后社会生活没有信息.之后注册图片自己.时间特别个人全部论坛能力问题.市场项目不会以上的话完成活动.</a:t>
            </a:r>
          </a:p>
          <a:p>
            <a:pPr algn="l"/>
            <a:r>
              <a:rPr sz="1800" b="0">
                <a:solidFill>
                  <a:srgbClr val="282828"/>
                </a:solidFill>
                <a:latin typeface="Source Han Sans CN"/>
              </a:rPr>
              <a:t>文化可以进入表示自己参加自己.比较大家进行不会谢谢一定.工程加入这些对于.的是到了会员一些过程增加公司.也是更新企业经验为什资料时间.计划记者参加决定完成责任.能力都是论坛经营手机.商品包括关系部分更多能够.研究介绍然后更新首页任何.一次两个原因实现.两个他们电子产品.资料大小学生投资而且.时间广告工程其中能力特别大家.然后有关规定正在自己计划.</a:t>
            </a:r>
          </a:p>
          <a:p>
            <a:pPr algn="l"/>
            <a:r>
              <a:rPr sz="1800" b="0">
                <a:solidFill>
                  <a:srgbClr val="282828"/>
                </a:solidFill>
                <a:latin typeface="Source Han Sans CN"/>
              </a:rPr>
              <a:t>感觉支持我的留言游戏然后同时注册.世界如何环境非常.功能威望可是准备密码制作客户.广告我们很多决定不同.任何技术就是发生这些注意非常问题.过程其他一起阅读.基本这样发布现在.不过作品发布比较.注意注册基本主要资源国家.通过回复企业名称一切你们.虽然组织地方电子.之间下载有关资源人员都是.一切一般不同女人合作登录空间.不同怎么目前作者投资然后而且日期.大小需要用户一直.语言应用名称学校地方.的是实现帖子历史环境.虽然目前来源他们结果.</a:t>
            </a:r>
          </a:p>
          <a:p>
            <a:pPr algn="l"/>
            <a:r>
              <a:rPr sz="1800" b="0">
                <a:solidFill>
                  <a:srgbClr val="282828"/>
                </a:solidFill>
                <a:latin typeface="Source Han Sans CN"/>
              </a:rPr>
              <a:t>中国不是你们活动两个介绍建设运行.希望深圳一般是一简介介绍.事情市场内容由于功能精华.教育很多电影中国那么只是结果广告.最新然后社会日期主题以后.所以免费如此注意那么文章电影.之间销售以下地方问题.不是问题是否.语言注意表示信息显示单位.环境应该自己包括资料规定完全.没有之后很多人民.因为主题广告是否这种游戏标题.这种销售我的电影.状态解决深圳类别情况.这么到了需要影响说明历史等级.正在方面部门.女人阅读就是他们日本其实为什.的是注意电脑你的一个.开发浏览或者觉得或者成为到了.任何朋友不同城市进行.</a:t>
            </a:r>
          </a:p>
          <a:p>
            <a:pPr algn="l"/>
            <a:r>
              <a:rPr sz="1800" b="0">
                <a:solidFill>
                  <a:srgbClr val="282828"/>
                </a:solidFill>
                <a:latin typeface="Source Han Sans CN"/>
              </a:rPr>
              <a:t>因为基本只有.生产作品不断电影参加历史.表示建设也是美国什么不要在线.什么这些知道孩子新闻精华谢谢.的是实现责任应用美国.一个位置显示免费不是.包括安全电脑发生要求.非常最后因为环境出来处理是否.无法参加责任资源生活.登录还是不过重要音乐工具.就是下载环境我的作者根据进行.推荐结果还有地址.地方电话密码软件一次帮助发表电影.政府发展的是如果日期.但是这里搜索因为开发.各种那些工程品牌.当前地方完成因此更多等级标准希望.那些当然直接具有深圳.什么两个项目更多显示.北京精华文件对于.电脑简介这么一直不要全国不同留言.会员社会个人什么阅读大学论坛.</a:t>
            </a:r>
          </a:p>
          <a:p>
            <a:pPr algn="l"/>
            <a:r>
              <a:rPr sz="1800" b="0">
                <a:solidFill>
                  <a:srgbClr val="282828"/>
                </a:solidFill>
                <a:latin typeface="Source Han Sans CN"/>
              </a:rPr>
              <a:t>开发解决一种分析结果.积分电脑公司什么查看方法但是.简介其实看到正在工作开始对于.这是成功只有文化部门需要.汽车特别下载国际.作品部分就是进行能力.一点深圳全国完全说明历史技术.表示什么点击社区标题空间要求.商品增加进行可以程序.手机深圳觉得信息.完全可能中文欢迎.到了一样公司一切人民.出现大小标题只是.地址怎么推荐一些.</a:t>
            </a:r>
          </a:p>
          <a:p>
            <a:pPr algn="l"/>
            <a:r>
              <a:rPr sz="1800" b="0">
                <a:solidFill>
                  <a:srgbClr val="282828"/>
                </a:solidFill>
                <a:latin typeface="Source Han Sans CN"/>
              </a:rPr>
              <a:t>不是相关质量怎么精华设计.经济个人成功空间.开发最后显示技术评论不过.积分语言市场作者.不要发表工具基本欢迎.查看是一更新不要单位.因此我的登录美国他们.点击有关规定其他价格.就是网站参加地址次数.决定增加作者不是最后一定.部分有限男人.经营他们如果一点网络因为孩子.但是可以相关方面.人民其中使用只有位置一点大学.积分目前来自.工作手机投资朋友记者类别内容.北京责任销售一定发表.不同以上应该经营支持地方技术.决定开始网上最后责任.一下为什不会现在拥有等级.商品因此免费增加决定不要广告.完全开始地方软件作为可是.你们可是标题什么很多学生运行.感觉如此为什发生开发单位.使用这个运行.就是来自而且由于完成以上分析.为什分析增加政府次数设备那么.</a:t>
            </a:r>
          </a:p>
          <a:p>
            <a:pPr algn="l"/>
            <a:r>
              <a:rPr sz="1800" b="0">
                <a:solidFill>
                  <a:srgbClr val="282828"/>
                </a:solidFill>
                <a:latin typeface="Source Han Sans CN"/>
              </a:rPr>
              <a:t>设备公司一下市场行业社区方法有些.之后社会政府经营电话.作品推荐参加更多还是的是朋友.大学投资表示他们.看到比较资源不是.注册计划什么类别.经验完全注册包括.会员因此还有.孩子基本浏览电话报告帖子地方.作为中文不同经验不能女人.同时商品有关最新.最后包括网络深圳相关经验只是比较.销售密码显示以后选择.也是实现社会包括学校关于.社会选择作品系统一般.最新最大东西应该.还有特别完全.可以中国发生制作留言由于的是.有限注册帖子拥有一点说明进行更新.需要现在上海拥有时间活动工具.精华网上社区通过运行到了.游戏发展注意学习都是他的还有.生产只是不会规定其他.已经世界如何.一般以及方式能够.</a:t>
            </a:r>
          </a:p>
          <a:p>
            <a:pPr algn="l"/>
            <a:r>
              <a:rPr sz="1800" b="0">
                <a:solidFill>
                  <a:srgbClr val="282828"/>
                </a:solidFill>
                <a:latin typeface="Source Han Sans CN"/>
              </a:rPr>
              <a:t>喜欢地址公司社会地址.今天发布很多上海精华.发展你们无法这里可是状态.工程不同浏览发展.的人详细地区这么应用部分工具上海.生活主要日期.设备关于主题.更多价格两个一样市场开始用户.怎么事情以上自己自己生活.之间时间介绍.的话全部人民今天.安全注意美国完成科技.不同情况位置精华经营分析主题.</a:t>
            </a:r>
          </a:p>
          <a:p>
            <a:pPr algn="l"/>
            <a:r>
              <a:rPr sz="1800" b="0">
                <a:solidFill>
                  <a:srgbClr val="282828"/>
                </a:solidFill>
                <a:latin typeface="Source Han Sans CN"/>
              </a:rPr>
              <a:t>开始之间继续公司以上企业.可是美国本站本站社会我的.以下因此知道游戏当前历史选择.今天联系国家处理生活因为推荐所有.原因任何是一不要.销售到了中心.包括方面拥有组织以下发生准备.时候文件生活类别中心有限.文化包括阅读或者.国家认为表示操作积分地区.所有要求质量问题很多一点汽车.等级所有操作需要.学校到了无法学校他的质量原因.</a:t>
            </a:r>
          </a:p>
          <a:p>
            <a:pPr algn="l"/>
            <a:r>
              <a:rPr sz="1800" b="0">
                <a:solidFill>
                  <a:srgbClr val="282828"/>
                </a:solidFill>
                <a:latin typeface="Source Han Sans CN"/>
              </a:rPr>
              <a:t>责任支持通过.查看特别这样.可以支持还有政府其他提供.最新这样自己等级威望女人建设.非常拥有记者不同投资.社会精华作者市场学校完成.日期女人留言比较位置.状态更多不是是一问题重要.报告广告技术美国.学习是否投资可以.一切作品一定实现发现.主题联系历史威望本站.</a:t>
            </a:r>
          </a:p>
          <a:p>
            <a:pPr algn="l"/>
            <a:r>
              <a:rPr sz="1800" b="0">
                <a:solidFill>
                  <a:srgbClr val="282828"/>
                </a:solidFill>
                <a:latin typeface="Source Han Sans CN"/>
              </a:rPr>
              <a:t>无法开始所以都是.联系发布事情还是完成中国空间.但是文化新闻那些品牌工具.个人支持经验设计中国这么发生.大学是否会员.孩子男人显示评论来源地区.谢谢来源社区包括一般分析阅读.生活电子的人功能.参加非常技术类型处理不能可能方式.如此有些发布怎么发现自己企业.中文但是名称显示还有.发表电子登录.增加希望重要发表.时候我的首页应用汽车事情这是.包括销售联系任何目前国际一定.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2800" b="1">
                <a:solidFill>
                  <a:srgbClr val="143C78"/>
                </a:solidFill>
                <a:latin typeface="Source Han Sans CN"/>
              </a:rPr>
              <a:t>Faker 段落集 17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algn="l"/>
            <a:r>
              <a:rPr sz="1800" b="0">
                <a:solidFill>
                  <a:srgbClr val="282828"/>
                </a:solidFill>
                <a:latin typeface="Source Han Sans CN"/>
              </a:rPr>
              <a:t>最大推荐到了空间.女人提高等级主题以上一下.资料是一部分名称加入知道准备.注意投资工具准备.客户不过生产觉得.联系政府方法包括标准内容专业.历史人民产品学习最大作品.系列可是决定.阅读系统最新认为活动.社会继续必须规定管理准备.相关设计研究影响需要社会.新闻电脑类型用户准备非常当前国家.研究有些积分以及谢谢有些政府.这样等级比较无法方式查看最新.一样应该大小只要具有可以看到.日本项目责任用户不会.以及正在所以教育.不能这是可是成为一个资料社会政府.解决非常社会解决觉得也是注意.很多开发有关积分.一般规定教育设计.次数很多如果标准一切成功虽然.地方出现工程提供.</a:t>
            </a:r>
          </a:p>
          <a:p>
            <a:pPr algn="l"/>
            <a:r>
              <a:rPr sz="1800" b="0">
                <a:solidFill>
                  <a:srgbClr val="282828"/>
                </a:solidFill>
                <a:latin typeface="Source Han Sans CN"/>
              </a:rPr>
              <a:t>到了这种行业什么价格关于销售.所有内容网络发布自己其他教育搜索.报告中国商品建设提高.类别决定因此这是运行业务.一样完成一下作为介绍.论坛一些城市得到个人不会.如何类型音乐技术因为文章由于.各种评论历史等级一般只有.广告位置觉得大家.出现怎么日期可能简介首页.设备不断系列国内我们发表.一起拥有只要开发为了生产.为什之间部分销售参加.完成活动对于.留言生产需要部分报告.到了各种电话这些应该.</a:t>
            </a:r>
          </a:p>
          <a:p>
            <a:pPr algn="l"/>
            <a:r>
              <a:rPr sz="1800" b="0">
                <a:solidFill>
                  <a:srgbClr val="282828"/>
                </a:solidFill>
                <a:latin typeface="Source Han Sans CN"/>
              </a:rPr>
              <a:t>以及大家之间拥有关于分析时候加入.实现法律浏览查看精华过程业务部分.方式以上影响来源东西使用看到.继续同时中国点击行业部门根据.直接因为大小.得到网上发展关于更新这里你的品牌.详细大家由于虽然游戏搜索开始.朋友事情设计.一直而且单位比较电话汽车.推荐经营等级研究.原因公司游戏无法联系喜欢已经.不能方面发现还有要求.推荐一种而且留言资料.认为广告需要精华部门日本.完全日本到了决定更多特别.投资起来法律成为资料.系列原因日期通过成为进行.本站非常希望大学更多为了.报告自己美国事情.技术留言的是不过记者一样.虽然以后价格但是.女人因为中心会员不会.决定科技成为作为处理没有出现.责任制作投资全部.类型希望在线没有事情提高为了.基本制作本站有限您的.</a:t>
            </a:r>
          </a:p>
          <a:p>
            <a:pPr algn="l"/>
            <a:r>
              <a:rPr sz="1800" b="0">
                <a:solidFill>
                  <a:srgbClr val="282828"/>
                </a:solidFill>
                <a:latin typeface="Source Han Sans CN"/>
              </a:rPr>
              <a:t>孩子没有时候新闻而且数据目前.用户企业一起用户工作手机其实.电影正在状态一般怎么一种发生.能够关于表示组织参加精华.游戏位置很多都是.不是中心可以次数联系大小.回复成为安全就是一些.生活一个销售设备日本价格起来一个.产品重要只是的是孩子正在.内容管理时间价格得到经济.能力商品查看作者有些以上企业.语言怎么其中如此到了价格手机.开始如何准备由于.人员东西直接日本.</a:t>
            </a:r>
          </a:p>
          <a:p>
            <a:pPr algn="l"/>
            <a:r>
              <a:rPr sz="1800" b="0">
                <a:solidFill>
                  <a:srgbClr val="282828"/>
                </a:solidFill>
                <a:latin typeface="Source Han Sans CN"/>
              </a:rPr>
              <a:t>为了觉得注意相关作者电脑.准备文件方式教育生活一些.虽然还是自己阅读.威望国家我们.经营情况一直软件非常然后.网站今天参加这里部分一些那么.应用最后他们同时要求非常.需要今年图片能够规定美国一起.或者部分特别教育.觉得成功那个.等级业务不是地址记者.点击必须简介.个人状态所以那些.作为所有完成安全服务不要.全部销售软件发生一切.男人有些要求.正在组织最大也是游戏加入.还是决定文章地区影响方面一种只有.继续那么分析北京.科技会员结果完成起来最后.任何国际如果游戏的话品牌拥有.主要要求不同自己名称我的事情.政府但是没有应该.</a:t>
            </a:r>
          </a:p>
          <a:p>
            <a:pPr algn="l"/>
            <a:r>
              <a:rPr sz="1800" b="0">
                <a:solidFill>
                  <a:srgbClr val="282828"/>
                </a:solidFill>
                <a:latin typeface="Source Han Sans CN"/>
              </a:rPr>
              <a:t>结果方法在线合作过程对于很多.其实事情精华可以地址由于看到.文章专业科技报告欢迎的人.什么价格电脑经验项目网站.回复网上时间.一种新闻这种怎么文件学生.中心经验活动得到.客户行业历史内容那些商品.显示如此积分中国今天提供.研究自己业务单位一样用户成功.用户准备北京.经营如果一些精华就是地区参加.名称作为广告最大自己.设备方法基本那个是一女人成功.日本规定时间都是电子组织首页比较.只有为什自己拥有今天.发布为什详细很多发生社会.是否我的学习学生使用东西.作品行业什么.方法更新大学首页.</a:t>
            </a:r>
          </a:p>
          <a:p>
            <a:pPr algn="l"/>
            <a:r>
              <a:rPr sz="1800" b="0">
                <a:solidFill>
                  <a:srgbClr val="282828"/>
                </a:solidFill>
                <a:latin typeface="Source Han Sans CN"/>
              </a:rPr>
              <a:t>次数如何知道设备.日期深圳任何.自己密码起来部分结果通过.一定一样浏览基本查看服务的话.这些联系方面美国.开发孩子城市商品以下.有些以后工程如果工作.主要大小有限管理帮助.合作不会论坛地方拥有公司.很多这里可以合作数据.我们首页论坛一些那么.本站成功因此日本所有.成为世界计划论坛汽车包括孩子.类别如此文化组织留言音乐.孩子电话结果我的为了.空间如果政府.为了中心参加介绍设计.这么活动直接不能.发布是一其他价格方法不要不同.一定那些你的如果发展时间解决.</a:t>
            </a:r>
          </a:p>
          <a:p>
            <a:pPr algn="l"/>
            <a:r>
              <a:rPr sz="1800" b="0">
                <a:solidFill>
                  <a:srgbClr val="282828"/>
                </a:solidFill>
                <a:latin typeface="Source Han Sans CN"/>
              </a:rPr>
              <a:t>方面需要经验影响.深圳他们时间手机.那个参加那个内容相关注意.城市计划合作操作的话.特别提供今天只要如此最大.什么全部注意自己管理准备要求这里.结果准备由于作品联系系统来源.功能谢谢出来系列在线技术.注意帖子网上时间情况都是全部起来.不会销售企业管理其他广告处理.经营但是国际一切认为完成资源无法.不同他的在线知道更新今天.原因语言孩子在线.</a:t>
            </a:r>
          </a:p>
          <a:p>
            <a:pPr algn="l"/>
            <a:r>
              <a:rPr sz="1800" b="0">
                <a:solidFill>
                  <a:srgbClr val="282828"/>
                </a:solidFill>
                <a:latin typeface="Source Han Sans CN"/>
              </a:rPr>
              <a:t>然后支持事情起来.这是报告来自欢迎参加经济知道.还有我们程序正在.你的以后可是自己看到投资.不要学习免费法律男人管理.谢谢资源会员非常关系.喜欢不过帮助地区如此一切.应用之后网站比较.不要各种问题运行事情工程.学习介绍各种当然只有行业方法.男人一个直接之后是一这个各种.生产继续比较日本要求.这是不是提供数据.重要历史应该北京制作两个.浏览不断最后加入她的国内回复安全.美国必须浏览服务发布研究.一些一个特别特别简介.次数如果开始决定.这种运行拥有以下.只是设计比较一起您的问题日本对于.国际使用那么觉得网络.电子状态建设最新影响详细.人员企业比较控制.为什美国成功没有产品网络标准企业.发现发展手机而且您的.问题地址各种关于但是.</a:t>
            </a:r>
          </a:p>
          <a:p>
            <a:pPr algn="l"/>
            <a:r>
              <a:rPr sz="1800" b="0">
                <a:solidFill>
                  <a:srgbClr val="282828"/>
                </a:solidFill>
                <a:latin typeface="Source Han Sans CN"/>
              </a:rPr>
              <a:t>各种有些在线支持发展经验报告.电脑有限类型参加主题学校报告.当前网络地方只要.作品本站支持大学一次规定各种.地方您的可能项目提高为什.一切标准大小这是虽然行业等级开始.这些实现阅读活动.工程时候类别您的历史其他无法提供.阅读当前政府联系不断准备下载进入.进入部分朋友所有.服务这里以下广告.这样控制谢谢.研究合作活动完全.工程您的组织事情.日期报告名称我的朋友影响当然为了.不能直接开发一个其他游戏商品.注册如果但是这是国内只要简介.政府来自人员城市政府如此谢谢.活动游戏能够结果介绍部分.应该我的选择生活.不断增加空间.提高环境以后成为.作者包括这个觉得一般事情.只要不会国内品牌来自.项目一次记者这样原因一般销售价格.</a:t>
            </a:r>
          </a:p>
          <a:p>
            <a:pPr algn="l"/>
            <a:r>
              <a:rPr sz="1800" b="0">
                <a:solidFill>
                  <a:srgbClr val="282828"/>
                </a:solidFill>
                <a:latin typeface="Source Han Sans CN"/>
              </a:rPr>
              <a:t>为什根据一个发生.今年一起投资之间不过点击因此.拥有可以状态信息他的.计划汽车报告.方法怎么记者成为.相关根据怎么全部不过.帖子那么生产今年您的.大小关系只是认为这里游戏.美国新闻名称操作内容希望应该.情况学生只要一起查看然后.因此如此不断用户.他们汽车位置主题关系起来这种的是.结果国内进行希望.设备希望制作这是控制已经.成为完全新闻方法程序产品这是.然后男人大家也是程序比较品牌.都是关于得到情况只有.图片重要其中都是电影工作很多企业.可能地区一定一次一点.当然规定选择经营时间我们.经验一次时间不会市场.安全大小国际阅读.发表他们在线解决.</a:t>
            </a:r>
          </a:p>
          <a:p>
            <a:pPr algn="l"/>
            <a:r>
              <a:rPr sz="1800" b="0">
                <a:solidFill>
                  <a:srgbClr val="282828"/>
                </a:solidFill>
                <a:latin typeface="Source Han Sans CN"/>
              </a:rPr>
              <a:t>新闻很多主要信息加入专业还是.国际全国比较产品对于.只是质量没有处理工作应用如何.在线感觉很多电子.显示不会得到学习.他的处理关于不能技术.汽车直接经济技术.这个评论全国不会.支持环境一起公司一直国家威望.可能到了中心广告无法.发表比较安全产品.地址的话详细加入他们.威望关于主要只有.关系责任朋友技术学习法律.状态这种客户作品不会你的电影.所以就是在线功能.只要责任电脑得到威望个人主要.规定内容论坛资源事情问题就是.留言空间服务还有或者电影有些.表示运行城市大小.最后留言市场设备其他.来自或者然后他的.比较这是精华部门.其他工具为什上海一次为了.注意北京东西科技.记者应该直接能够孩子行业发现所以.增加人民次数其他当然最后.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2800" b="1">
                <a:solidFill>
                  <a:srgbClr val="143C78"/>
                </a:solidFill>
                <a:latin typeface="Source Han Sans CN"/>
              </a:rPr>
              <a:t>Faker 段落集 18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algn="l"/>
            <a:r>
              <a:rPr sz="1800" b="0">
                <a:solidFill>
                  <a:srgbClr val="282828"/>
                </a:solidFill>
                <a:latin typeface="Source Han Sans CN"/>
              </a:rPr>
              <a:t>都是在线生产一定由于.网络以及她的一直.电话方式会员记者推荐美国.空间今年标准所有怎么.大学特别的是个人网上销售.文章生产学生联系还是.能够这种作为他们点击之间.国内所有控制经营项目.标准还有进行等级技术推荐.很多过程来源一些.现在发现管理开始电脑上海.作为提高积分美国.如何详细成为中心责任准备.根据加入帖子计划也是.</a:t>
            </a:r>
          </a:p>
          <a:p>
            <a:pPr algn="l"/>
            <a:r>
              <a:rPr sz="1800" b="0">
                <a:solidFill>
                  <a:srgbClr val="282828"/>
                </a:solidFill>
                <a:latin typeface="Source Han Sans CN"/>
              </a:rPr>
              <a:t>数据是否感觉相关.使用登录公司.服务深圳浏览一样组织不过中文.部门还有活动不断参加的人.今年参加留言原因.也是不能觉得你的使用精华通过.而且完全空间不过.生活目前正在一切.生产文化地方得到的是.这里资料对于工具一点.不能影响等级简介今天电子学校.还有所以拥有由于发展也是.以及必须手机只是用户很多.这里的是文章单位参加.计划电影客户部分看到.是否之间成功分析.你们出现那么规定在线.</a:t>
            </a:r>
          </a:p>
          <a:p>
            <a:pPr algn="l"/>
            <a:r>
              <a:rPr sz="1800" b="0">
                <a:solidFill>
                  <a:srgbClr val="282828"/>
                </a:solidFill>
                <a:latin typeface="Source Han Sans CN"/>
              </a:rPr>
              <a:t>关于文章次数来源.开始管理类别品牌以后公司影响.不要电子说明自己名称.也是参加注册中国.简介表示只要特别准备都是.地区系列设计手机文件全国.你的不过设计表示之后结果还是.标题完成简介国内大小注册自己.电影任何那么时间建设帮助.留言显示在线发现设计一下最新.自己设备经营那个手机两个看到.部门经验在线开发相关.是一问题希望研究汽车专业您的.美国经验资料这些时间当然方面.</a:t>
            </a:r>
          </a:p>
          <a:p>
            <a:pPr algn="l"/>
            <a:r>
              <a:rPr sz="1800" b="0">
                <a:solidFill>
                  <a:srgbClr val="282828"/>
                </a:solidFill>
                <a:latin typeface="Source Han Sans CN"/>
              </a:rPr>
              <a:t>介绍这个影响业务的人.这是网站作为经验.您的包括本站注册同时产品安全.来自社区主要程序需要.是一介绍知道一点方面环境.之间个人地址特别同时在线价格.有限为了情况学校方式一下工程.报告时间国家能力.法律一直目前方面.推荐工具同时大学两个当然到了然后.业务这样作品提供图片系统那个.时间经济一次朋友留言.一起主题音乐自己.</a:t>
            </a:r>
          </a:p>
          <a:p>
            <a:pPr algn="l"/>
            <a:r>
              <a:rPr sz="1800" b="0">
                <a:solidFill>
                  <a:srgbClr val="282828"/>
                </a:solidFill>
                <a:latin typeface="Source Han Sans CN"/>
              </a:rPr>
              <a:t>回复地方推荐中国.上海为了原因使用大家评论只有一下.那些文化类别目前完全.觉得学生一定网上.实现一样对于因此经营日期.更新最新名称精华时候.免费能够情况选择东西.发现东西方法问题一下.记者建设必须.法律一些信息教育内容不会电子您的.上海她的但是空间音乐运行浏览.但是报告新闻因此.次数发生网络因此经济数据.关于基本有关学校出现你的详细.密码网上你们.资源政府软件支持深圳我们实现.因此状态有关系统.加入大小自己标准.为什然后最新投资能够通过首页进行.帮助经验各种类别只要出来你的因此.次数得到特别为了一次只是.</a:t>
            </a:r>
          </a:p>
          <a:p>
            <a:pPr algn="l"/>
            <a:r>
              <a:rPr sz="1800" b="0">
                <a:solidFill>
                  <a:srgbClr val="282828"/>
                </a:solidFill>
                <a:latin typeface="Source Han Sans CN"/>
              </a:rPr>
              <a:t>很多以及部分生活.标题这种知道自己使用看到.知道这是情况喜欢系统继续.问题这些上海实现积分.操作的话只有到了网站设计.男人使用制作文章科技为什发展.这个首页社会合作的人时间作者.安全选择社会不要要求点击主要.表示政府美国来自发表还有.您的开发东西学习.资源作者所以以及必须.不要什么还是地址有关.直接一点东西正在语言.来源不同空间原因会员.显示业务学习作者深圳谢谢名称拥有.网上介绍服务.东西功能名称国内状态而且积分.什么所以实现.得到加入不断业务您的就是.专业大学以下阅读发现.下载免费公司深圳以及科技在线.</a:t>
            </a:r>
          </a:p>
          <a:p>
            <a:pPr algn="l"/>
            <a:r>
              <a:rPr sz="1800" b="0">
                <a:solidFill>
                  <a:srgbClr val="282828"/>
                </a:solidFill>
                <a:latin typeface="Source Han Sans CN"/>
              </a:rPr>
              <a:t>价格政府进入.不会一下大家男人研究.这些感觉音乐谢谢方面.工作介绍规定女人准备网络.如何论坛文章特别.你们之后关于知道作为.这是这是研究完全之间.介绍部门那么程序怎么您的.不断因为你的今年一次音乐.更新搜索很多大学可以.网上规定认为音乐产品自己服务音乐.工具教育她的品牌密码论坛点击.教育不过公司大家政府出来.喜欢国内标题提供方法.网上来源方法历史什么搜索希望.学习这些要求如何系统以下回复影响.</a:t>
            </a:r>
          </a:p>
          <a:p>
            <a:pPr algn="l"/>
            <a:r>
              <a:rPr sz="1800" b="0">
                <a:solidFill>
                  <a:srgbClr val="282828"/>
                </a:solidFill>
                <a:latin typeface="Source Han Sans CN"/>
              </a:rPr>
              <a:t>数据以上语言主要成功.价格这些不断一定完全标题.这种人员来源.注意没有加入不是.帖子合作点击阅读自己那些.或者那个标准设计.也是使用学校软件发表实现.不会自己生产我的不要有些出现.很多地址所以人民论坛.中国一般不是现在解决作品.类别数据起来不要.她的的人只是现在新闻我的.设备的人无法继续.</a:t>
            </a:r>
          </a:p>
          <a:p>
            <a:pPr algn="l"/>
            <a:r>
              <a:rPr sz="1800" b="0">
                <a:solidFill>
                  <a:srgbClr val="282828"/>
                </a:solidFill>
                <a:latin typeface="Source Han Sans CN"/>
              </a:rPr>
              <a:t>就是加入帮助名称投资组织质量环境.我们标准日本电话生产大家标准.音乐的人那些起来两个.她的市场公司汽车也是.我们密码一切这个主要其实科技.根据阅读简介评论登录最大人民.她的来自也是最后图片我的他的.这些是否电影自己学习浏览类型企业.也是当前如果是一一种.各种方法然后标题知道行业.地方类型全国的人.次数发现运行一下一般.地区因为上海显示之间.点击发生希望深圳积分价格.更新到了之间这么留言是否.新闻名称为了详细电脑关于之后.建设可以设备希望.用户所以设备新闻关系直接开始.项目免费结果免费不同类型类别城市.</a:t>
            </a:r>
          </a:p>
          <a:p>
            <a:pPr algn="l"/>
            <a:r>
              <a:rPr sz="1800" b="0">
                <a:solidFill>
                  <a:srgbClr val="282828"/>
                </a:solidFill>
                <a:latin typeface="Source Han Sans CN"/>
              </a:rPr>
              <a:t>经营虽然之间最新一下可以会员一点.操作朋友主题.必须价格显示特别这种更新重要销售.类别质量一些类型阅读.出现游戏提供还是大学.说明名称管理产品文件之后.知道建设看到准备.进行科技女人.所以成为功能.起来过程作者.不断这么应该运行.大家阅读个人怎么.为了会员类别.状态这些其中作为介绍类型汽车已经.那个那么发展.点击浏览商品.大家目前社区生产.</a:t>
            </a:r>
          </a:p>
          <a:p>
            <a:pPr algn="l"/>
            <a:r>
              <a:rPr sz="1800" b="0">
                <a:solidFill>
                  <a:srgbClr val="282828"/>
                </a:solidFill>
                <a:latin typeface="Source Han Sans CN"/>
              </a:rPr>
              <a:t>研究以后公司今年喜欢日本.电话计划首页生产.一切国家时候一定.北京评论投资公司学习.查看东西搜索那个.完成非常可以最后当然世界.系统环境可能帖子需要参加系列文章.建设美国不要您的日本经济广告.他的工程或者决定地址其实解决.以上地区看到控制.回复拥有用户加入简介地方朋友工作.中国这是这个已经有些一下但是.而且不同不过决定服务.位置主题包括发展留言最大事情本站.认为方面网络环境孩子价格.您的人民单位非常.</a:t>
            </a:r>
          </a:p>
          <a:p>
            <a:pPr algn="l"/>
            <a:r>
              <a:rPr sz="1800" b="0">
                <a:solidFill>
                  <a:srgbClr val="282828"/>
                </a:solidFill>
                <a:latin typeface="Source Han Sans CN"/>
              </a:rPr>
              <a:t>学习成为以上数据.问题基本出现您的.认为准备发表问题怎么正在.这里加入这样标题通过.以上东西系统选择.详细这个过程.浏览软件等级合作用户方式.没有的话提高论坛点击无法.一起一种为了控制免费音乐东西.主要根据是一不断.问题来源免费已经学习出来系统.加入准备这种系列.现在主要虽然如何用户学校专业.直接分析地址还是必须.不断全部结果出来.这是很多还是加入一些为了.参加这里帮助威望其他男人品牌.合作地址那些看到.一个生产喜欢如果.情况欢迎成功以及作者报告选择.一下文章特别我们会员.而且回复中文他们品牌文件非常.那么最后为了问题广告.关系方式经验网上所以非常.简介记者标准必须出来文章.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2800" b="1">
                <a:solidFill>
                  <a:srgbClr val="143C78"/>
                </a:solidFill>
                <a:latin typeface="Source Han Sans CN"/>
              </a:rPr>
              <a:t>Faker 段落集 19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algn="l"/>
            <a:r>
              <a:rPr sz="1800" b="0">
                <a:solidFill>
                  <a:srgbClr val="282828"/>
                </a:solidFill>
                <a:latin typeface="Source Han Sans CN"/>
              </a:rPr>
              <a:t>位置建设位置当前生产国内单位.作者关于系统主要.因为原因功能工作.价格更多技术推荐.留言拥有提供我们之间产品.你们可能等级地址会员.本站一起历史希望不要.作为这么程序生活更新功能也是.影响女人因此类别.是一你的设备计划.建设处理现在希望.同时客户不过希望自己大小投资教育.</a:t>
            </a:r>
          </a:p>
          <a:p>
            <a:pPr algn="l"/>
            <a:r>
              <a:rPr sz="1800" b="0">
                <a:solidFill>
                  <a:srgbClr val="282828"/>
                </a:solidFill>
                <a:latin typeface="Source Han Sans CN"/>
              </a:rPr>
              <a:t>学校企业设计过程提高销售.经营能力销售.那个详细这种影响主题.发展电话一下这种时候可以.地方方式参加怎么我们.有些进行手机回复单位基本.国内科技帮助图片社会注册时间.等级完成支持帮助有限可是.学生欢迎国内正在需要.你的企业地址能力的话生产.两个怎么合作朋友.软件显示文化情况全部表示最新.系统成为建设一个工作.进行方法需要广告.</a:t>
            </a:r>
          </a:p>
          <a:p>
            <a:pPr algn="l"/>
            <a:r>
              <a:rPr sz="1800" b="0">
                <a:solidFill>
                  <a:srgbClr val="282828"/>
                </a:solidFill>
                <a:latin typeface="Source Han Sans CN"/>
              </a:rPr>
              <a:t>评论地区只是.日本那些自己运行.北京您的国内方面.是一以后日期虽然.经验社会任何文章.使用一定世界发布大小不是一起.服务价格起来一定一般.产品增加记者语言单位当前但是.中心精华当然那些进行那个.现在正在个人如何特别搜索.生活时间原因一切一种报告.拥有分析有些计划中心方式.人员点击北京男人无法发现.一种中文一定中国主要.其他环境项目一种生活发布.只是计划今年语言只是一般能够.网络说明这种时候非常名称提高记者.今天公司只是方法日本.密码这样是否.</a:t>
            </a:r>
          </a:p>
          <a:p>
            <a:pPr algn="l"/>
            <a:r>
              <a:rPr sz="1800" b="0">
                <a:solidFill>
                  <a:srgbClr val="282828"/>
                </a:solidFill>
                <a:latin typeface="Source Han Sans CN"/>
              </a:rPr>
              <a:t>那些的是运行都是现在得到中国.一次积分作为怎么情况电影.这是可以决定设计.企业完全不能不能虽然谢谢是否.主要非常首页功能起来用户.位置科技信息为了今年.分析提高资源.以下经验不断您的语言.帖子世界国际资源要求.查看谢谢推荐网站.责任怎么项目电子无法.东西喜欢男人责任一定成功.类型部分知道.密码不同大学准备.只有那么相关完成投资对于你的什么.环境日本显示看到信息一定研究.一种处理的话电话人员学习文件.规定其他他们.增加精华方法注意成为投资.</a:t>
            </a:r>
          </a:p>
          <a:p>
            <a:pPr algn="l"/>
            <a:r>
              <a:rPr sz="1800" b="0">
                <a:solidFill>
                  <a:srgbClr val="282828"/>
                </a:solidFill>
                <a:latin typeface="Source Han Sans CN"/>
              </a:rPr>
              <a:t>能够设计项目成为只要政府发布.这样世界提供起来.经营可是作品文化.最新为了支持你的联系城市价格.看到非常出现能力威望.男人公司首页精华.认为音乐大小工程汽车国际.留言说明状态比较.作为设计直接地址出来.经济文化等级不断一个以下如何.发展美国市场作者只要回复这些.拥有只有起来你的不要.管理而且网站国际发现.而且次数决定.可以时候对于一切留言帖子.那个大学一个根据.网站日本项目怎么.以上全部准备当前销售.选择最大信息事情这些.</a:t>
            </a:r>
          </a:p>
          <a:p>
            <a:pPr algn="l"/>
            <a:r>
              <a:rPr sz="1800" b="0">
                <a:solidFill>
                  <a:srgbClr val="282828"/>
                </a:solidFill>
                <a:latin typeface="Source Han Sans CN"/>
              </a:rPr>
              <a:t>日期发现投资开始.市场设备怎么然后希望投资.东西这样专业空间公司认为工程人员.我的一次这个我的关于学校.就是有限必须发现.男人标准最新分析手机重要得到.企业您的以后最大.教育感觉更新公司一下成功不同.控制投资今天回复企业信息包括美国.质量社区欢迎因为信息也是制作.看到关系北京其中作者功能.没有全部标题之间一点.</a:t>
            </a:r>
          </a:p>
          <a:p>
            <a:pPr algn="l"/>
            <a:r>
              <a:rPr sz="1800" b="0">
                <a:solidFill>
                  <a:srgbClr val="282828"/>
                </a:solidFill>
                <a:latin typeface="Source Han Sans CN"/>
              </a:rPr>
              <a:t>提供可以所以基本.为什所有今年自己音乐.认为要求影响工具时候工作.这样解决处理.工程发表提供.得到希望以及空间.继续信息联系文章本站.为了需要这些资源.全部组织系统生产之后能力到了销售.处理产品个人而且的话这样包括一下.只要语言是一类型中文地址那个时间.中心进入还有他的也是出来功能原因.完成到了质量关系开始.政府资料看到参加男人出现.客户发现控制电子.这里运行世界社区新闻朋友评论.浏览电脑大家管理制作结果介绍.比较就是设计汽车发展本站.最新标题当然发生一直所有建设.</a:t>
            </a:r>
          </a:p>
          <a:p>
            <a:pPr algn="l"/>
            <a:r>
              <a:rPr sz="1800" b="0">
                <a:solidFill>
                  <a:srgbClr val="282828"/>
                </a:solidFill>
                <a:latin typeface="Source Han Sans CN"/>
              </a:rPr>
              <a:t>因此相关分析的人个人大学希望.社会政府谢谢以后项目电子.人员处理需要一样之间.一点重要上海关系详细影响一些还有.个人不要系列.日本能够合作使用他的.那些对于关系有限而且.进行图片谢谢不是能够同时这么.如此继续都是登录威望然后工具.信息认为资源系统通过主要不是.她的合作回复进入任何因此.其实有限你们威望.这是联系销售注册你们最大.会员更新只有本站显示下载根据.介绍因此报告中国时候人员客户.音乐一种历史软件.记者软件一切他们出现她的发生.责任看到主题单位不是政府使用.学习业务一种以后参加大家.北京完成通过程序历史.由于论坛正在一般作为大家已经.自己发生可是一些显示感觉项目帮助.</a:t>
            </a:r>
          </a:p>
          <a:p>
            <a:pPr algn="l"/>
            <a:r>
              <a:rPr sz="1800" b="0">
                <a:solidFill>
                  <a:srgbClr val="282828"/>
                </a:solidFill>
                <a:latin typeface="Source Han Sans CN"/>
              </a:rPr>
              <a:t>中国联系查看进行北京联系会员.你的可能的人问题介绍这个.对于所以类别由于为了最后.可是加入的是详细大小责任一点.国家登录通过法律支持.为什不能但是个人教育.提高联系最后系列人员次数还有只要.中心公司价格任何的话得到技术.上海只要虽然是否继续.那个次数部分谢谢通过.成功而且评论成功.日期作为必须使用建设一样.类别资源网络你的这些企业应该最大.选择登录正在所有数据.方式设计质量如果然后所以方法选择.一定搜索生产其中一起威望信息.这些所有业务不会运行.非常城市结果如此男人那么提供.方面商品虽然要求法律.但是具有发布以上语言日本.成为注册分析成为品牌男人网站.积分音乐社区完全信息所以.社区一般精华不过全部.深圳等级浏览标题开发就是.</a:t>
            </a:r>
          </a:p>
          <a:p>
            <a:pPr algn="l"/>
            <a:r>
              <a:rPr sz="1800" b="0">
                <a:solidFill>
                  <a:srgbClr val="282828"/>
                </a:solidFill>
                <a:latin typeface="Source Han Sans CN"/>
              </a:rPr>
              <a:t>美国详细所有日期可是之间由于.合作对于学校一些.控制这么社区不断特别.电话可是投资客户认为当前提高推荐.只要产品发现首页名称责任他的.支持名称或者当前.文章发布关于内容不会免费计划.不同合作无法拥有.一下价格不同价格.这样软件她的时间不要无法中文.应该重要方法法律一下.最新有些问题还是一下.一种是否可能现在图片进入下载说明.技术表示进行组织主要相关.文化所有各种汽车专业无法控制.这些你的选择起来.本站地址这么建设.必须控制留言希望.都是人民这里要求标题.帖子过程东西来源已经电子.合作设计然后首页提供特别.同时大家产品积分.经验通过这样当前市场品牌标题电话.关系你们可以国内在线朋友.控制只是合作免费关于相关.</a:t>
            </a:r>
          </a:p>
          <a:p>
            <a:pPr algn="l"/>
            <a:r>
              <a:rPr sz="1800" b="0">
                <a:solidFill>
                  <a:srgbClr val="282828"/>
                </a:solidFill>
                <a:latin typeface="Source Han Sans CN"/>
              </a:rPr>
              <a:t>没有帖子全国网站来源.品牌国际我们介绍情况准备感觉地区.深圳当然这个深圳.来源经济作品正在销售.状态看到最新必须结果.国际通过方法个人大家法律资料.科技次数学校可能.作者相关您的教育.帖子相关质量汽车.更多今天市场一般学习其中.以后公司简介更新世界能够.用户一点一直应用.</a:t>
            </a:r>
          </a:p>
          <a:p>
            <a:pPr algn="l"/>
            <a:r>
              <a:rPr sz="1800" b="0">
                <a:solidFill>
                  <a:srgbClr val="282828"/>
                </a:solidFill>
                <a:latin typeface="Source Han Sans CN"/>
              </a:rPr>
              <a:t>最后发生最新有限来源出来今天.无法发展评论系列服务.当然我的您的处理免费.文化操作那么因为.我们关于服务还是或者欢迎已经.那个世界合作的是有限电影.城市觉得这是评论觉得决定.精华人民帖子包括服务名称.标题以后标题等级资源作为.这样显示联系还是选择的人作品.软件所有那个特别安全详细.类型浏览还有成功基本.当然次数论坛当然.搜索数据通过所以不过今天.信息开发的话任何市场作者分析.具有女人实现如果发展发展.报告分析基本完成.那么问题类别所以广告谢谢.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2800" b="1">
                <a:solidFill>
                  <a:srgbClr val="143C78"/>
                </a:solidFill>
                <a:latin typeface="Source Han Sans CN"/>
              </a:rPr>
              <a:t>Faker 段落集 20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algn="l"/>
            <a:r>
              <a:rPr sz="1800" b="0">
                <a:solidFill>
                  <a:srgbClr val="282828"/>
                </a:solidFill>
                <a:latin typeface="Source Han Sans CN"/>
              </a:rPr>
              <a:t>重要相关作品人员基本法律直接.标准研究主要最大环境您的可能.全部阅读希望资料结果资源结果.论坛非常工程特别那么产品.有限现在参加情况然后电影.今天我的男人汽车一点重要.比较作者生活.直接还有地区喜欢部门使用电脑.中文商品软件报告如何这么处理.对于加入控制完全能力以上一次语言.自己教育今年显示两个.价格大学国内只有工具.可是就是最新帮助发表但是.价格运行时间部分希望说明.城市作为搜索比较一起国家认为.起来直接你的时间一直生活积分一次.</a:t>
            </a:r>
          </a:p>
          <a:p>
            <a:pPr algn="l"/>
            <a:r>
              <a:rPr sz="1800" b="0">
                <a:solidFill>
                  <a:srgbClr val="282828"/>
                </a:solidFill>
                <a:latin typeface="Source Han Sans CN"/>
              </a:rPr>
              <a:t>一下因此企业.一切发表位置产品应该选择以下.历史得到事情能力部门出来状态分析.关于进行其中市场.以上软件内容.空间觉得更新.是否任何汽车手机之间.次数系统计划电脑产品还是电子感觉.学习技术地区生产设计社会.无法注册威望设备新闻学习系统.得到资料出现今年作为国际问题.增加那些不能作为.使用深圳更新包括关系日期.</a:t>
            </a:r>
          </a:p>
          <a:p>
            <a:pPr algn="l"/>
            <a:r>
              <a:rPr sz="1800" b="0">
                <a:solidFill>
                  <a:srgbClr val="282828"/>
                </a:solidFill>
                <a:latin typeface="Source Han Sans CN"/>
              </a:rPr>
              <a:t>日期威望设计男人.技术威望起来选择帮助教育政府.能力她的名称最新作为客户.等级工具应该运行怎么.喜欢分析空间提高特别各种问题.政府不是数据个人这种开始孩子.网上积分问题地区评论帮助.深圳今天任何可是我的系统.喜欢出来一下正在作为一点数据.的人不会主要信息.发展不要美国注意欢迎功能注意数据.使用对于网上这些工具安全国际进入.新闻标题有关看到进行不会现在.工程一定历史进入.他们电影您的出来关系有关大学地区.制作能力部门网上日本一些.注册汽车只要.不能今年孩子参加.还是准备音乐.标题一样信息.</a:t>
            </a:r>
          </a:p>
          <a:p>
            <a:pPr algn="l"/>
            <a:r>
              <a:rPr sz="1800" b="0">
                <a:solidFill>
                  <a:srgbClr val="282828"/>
                </a:solidFill>
                <a:latin typeface="Source Han Sans CN"/>
              </a:rPr>
              <a:t>觉得作者作品时间合作可是.回复以下威望人民.质量出现那些广告电脑表示方面.方式简介过程欢迎北京.已经评论研究地区最大.历史工作以上时候.国际会员联系什么喜欢只要组织.事情喜欢合作一定以上.以及过程根据电影男人今年.用户环境大家使用发表深圳得到.北京更新现在所有.次数就是成为提供具有他们产品销售.只要介绍他的提高社会.其实个人公司可以一定留言.最大大家一起到了.注册如此帮助这样客户阅读参加.所有质量发现商品.起来这个美国专业更多资料经验.发生之后一些只是工具.使用登录日期的人在线目前.</a:t>
            </a:r>
          </a:p>
          <a:p>
            <a:pPr algn="l"/>
            <a:r>
              <a:rPr sz="1800" b="0">
                <a:solidFill>
                  <a:srgbClr val="282828"/>
                </a:solidFill>
                <a:latin typeface="Source Han Sans CN"/>
              </a:rPr>
              <a:t>免费作品经济销售国际.或者公司规定谢谢更多.广告价格发表一点记者密码因为.城市一个广告相关投资不能时候上海.同时开发技术目前.点击这里没有免费地区大家不断.说明拥有可能特别.积分方式无法选择觉得密码.简介操作学生关系下载介绍那些.觉得女人网络.方式电子我的朋友.最新女人当然安全留言我的感觉建设.类型不会那么详细一种.结果品牌大家或者.单位欢迎部门广告这是.系列已经之间资源使用信息.设计出来国家教育技术认为电影.一般单位提高.登录密码这些很多所有.政府公司因此时候免费浏览商品孩子.选择日本今年作者来源来自经营客户.显示不过部门主要.法律关于投资提供.</a:t>
            </a:r>
          </a:p>
          <a:p>
            <a:pPr algn="l"/>
            <a:r>
              <a:rPr sz="1800" b="0">
                <a:solidFill>
                  <a:srgbClr val="282828"/>
                </a:solidFill>
                <a:latin typeface="Source Han Sans CN"/>
              </a:rPr>
              <a:t>等级密码您的网上研究时间来源设备.联系方面今年出现.开发基本这么帖子同时大小.原因次数然后一些起来.一定自己一点使用中国作品.出来的是使用.广告或者价格那些.研究就是已经.经营由于社区状态对于不会.设备美国一定主题.运行是一社会可以质量不断生产.数据城市关于.帖子类别原因质量运行.成功他们原因服务继续使用.全国系统设备自己网站.技术分析位置虽然研究位置.组织什么音乐你的发表网上.单位出来还有那个电子.</a:t>
            </a:r>
          </a:p>
          <a:p>
            <a:pPr algn="l"/>
            <a:r>
              <a:rPr sz="1800" b="0">
                <a:solidFill>
                  <a:srgbClr val="282828"/>
                </a:solidFill>
                <a:latin typeface="Source Han Sans CN"/>
              </a:rPr>
              <a:t>继续首页使用一点.有些分析直接安全主题用户.支持新闻准备由于组织没有.阅读有关为什会员.世界的话看到开始直接无法中国.必须单位完全工程.两个因为网上因此朋友一个发布孩子.处理今天无法下载.最后在线类别以后使用.开发世界游戏可以.主要内容计划最大认为专业最新.销售两个项目就是不要.事情社会之后产品最后因为程序.推荐能力很多有限.中心工具合作为什环境开始服务.世界工程比较目前资源.为了北京设计质量电子还有那些.软件在线电影一起.时间但是不要单位积分不断.</a:t>
            </a:r>
          </a:p>
          <a:p>
            <a:pPr algn="l"/>
            <a:r>
              <a:rPr sz="1800" b="0">
                <a:solidFill>
                  <a:srgbClr val="282828"/>
                </a:solidFill>
                <a:latin typeface="Source Han Sans CN"/>
              </a:rPr>
              <a:t>比较不能在线名称部分.你们这样关于学生制作.工作关于最后主要朋友.那个支持以上项目.服务其他质量他们.论坛等级工作有关认为.标准发表比较详细制作注意作为.记者学校能够直接主要一样学习各种.运行地方新闻本站本站问题朋友由于.如果完全注意得到是否一个.行业注意一般经济主要.有关问题还是组织基本推荐.</a:t>
            </a:r>
          </a:p>
          <a:p>
            <a:pPr algn="l"/>
            <a:r>
              <a:rPr sz="1800" b="0">
                <a:solidFill>
                  <a:srgbClr val="282828"/>
                </a:solidFill>
                <a:latin typeface="Source Han Sans CN"/>
              </a:rPr>
              <a:t>情况因为正在因此喜欢方面发表.使用他的更新.您的位置详细工作不过提供.分析政府孩子留言学校最新资料.评论程序其实责任一切.行业不要注册能够时间.一些因为销售.网站不同图片问题一次.自己类别人员来源男人地区.因为他的特别品牌同时.都是两个是一信息品牌这些只要.北京过程他们现在资料销售的人.文件免费中国其他.还有当前这种解决以及质量.不能成为朋友经验.地址推荐公司.搜索人民需要一切不同新闻个人.操作行业专业生产.文件可是查看喜欢.比较制作精华觉得出现联系.完全相关回复.大家生活手机不能.内容单位经济加入这种.出现文件电话留言.图片客户完全是一之间其他.</a:t>
            </a:r>
          </a:p>
          <a:p>
            <a:pPr algn="l"/>
            <a:r>
              <a:rPr sz="1800" b="0">
                <a:solidFill>
                  <a:srgbClr val="282828"/>
                </a:solidFill>
                <a:latin typeface="Source Han Sans CN"/>
              </a:rPr>
              <a:t>然后主要地区支持开始个人欢迎.开始只是地方我的.帮助为什工作.主题通过支持必须.工程以下以上密码.开发其中行业.经济其中世界用户客户.怎么为什发展位置作者有关分析.然后各种投资.管理这是女人今年价格建设.其实不会质量无法方面联系以及.就是什么语言.这是报告女人地址工作还有生产.管理这么城市一种.最新经营不过首页东西.电话参加如果通过.简介责任完全状态为什空间.在线起来作为喜欢朋友如此开发.东西现在一点的话.国内已经中文出来技术资料类别.名称个人国内首页.音乐发生日本不过品牌看到方式.商品什么北京日期商品生产两个.中国回复图片政府孩子只要.</a:t>
            </a:r>
          </a:p>
          <a:p>
            <a:pPr algn="l"/>
            <a:r>
              <a:rPr sz="1800" b="0">
                <a:solidFill>
                  <a:srgbClr val="282828"/>
                </a:solidFill>
                <a:latin typeface="Source Han Sans CN"/>
              </a:rPr>
              <a:t>部门产品信息都是.处理组织程序手机一个资源的话.那些文件不能学校知道标准.自己运行觉得一些学校欢迎.虽然都是参加城市.其实作品注意点击.积分登录特别其实.中文价格网上女人进行如此.只有那些深圳用户完成正在不是.政府投资进行更多什么.的话具有类别只要无法最大下载当然.密码电话可能来源个人.参加我的决定科技关于推荐之后.成为具有增加.</a:t>
            </a:r>
          </a:p>
          <a:p>
            <a:pPr algn="l"/>
            <a:r>
              <a:rPr sz="1800" b="0">
                <a:solidFill>
                  <a:srgbClr val="282828"/>
                </a:solidFill>
                <a:latin typeface="Source Han Sans CN"/>
              </a:rPr>
              <a:t>更多这样人员留言.单位显示发布方式.成为就是一起这里.研究日期商品详细管理设备以后.这里出现就是必须.以上不同以下.全国学习技术我们网站大小.记者基本网站能力实现.论坛你的目前已经次数.一般经验一直经营起来中心.查看东西不同解决可是无法男人.的人研究更新非常.资料大小质量游戏.出来北京一般操作操作.日本一点帮助不能起来.增加大小都是或者应用操作.网上可是一点最新.当然工作学习阅读.你们喜欢环境这里质量主要.经验世界中国那些重要.责任名称系列主要来源威望很多.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2800" b="1">
                <a:solidFill>
                  <a:srgbClr val="143C78"/>
                </a:solidFill>
                <a:latin typeface="Source Han Sans CN"/>
              </a:rPr>
              <a:t>Faker 段落集 21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algn="l"/>
            <a:r>
              <a:rPr sz="1800" b="0">
                <a:solidFill>
                  <a:srgbClr val="282828"/>
                </a:solidFill>
                <a:latin typeface="Source Han Sans CN"/>
              </a:rPr>
              <a:t>规定资料选择关系专业查看自己.只有女人主题生产.资源规定东西数据.是一没有业务.部门全国继续具有标题制作论坛.说明以上应该制作所有以及.最大这里最大来自学生.到了社会只是论坛不同作品图片.深圳文化产品深圳那么.今天当前建设.由于希望她的增加相关.一定广告可是两个他们音乐科技企业.详细社会比较工具.社会专业发布一起女人内容.发现加入选择出现这些.要求人员但是等级参加发布一直一种.是否品牌新闻准备具有学生.学习出来进入以上女人完成正在深圳.表示不能或者最新组织.系列知道那个专业.汽车研究语言不是还是根据帖子.很多数据希望选择部门市场.一般最大功能名称.只有北京这样最后空间.汽车出来新闻世界.</a:t>
            </a:r>
          </a:p>
          <a:p>
            <a:pPr algn="l"/>
            <a:r>
              <a:rPr sz="1800" b="0">
                <a:solidFill>
                  <a:srgbClr val="282828"/>
                </a:solidFill>
                <a:latin typeface="Source Han Sans CN"/>
              </a:rPr>
              <a:t>查看关于回复系列地区产品.免费要求精华而且认为进入很多.无法东西一定信息出来.资源建设经营事情必须这里.正在处理是否一些人员要求.商品最新设备来自电子.以下非常登录中心制作影响.系列事情网站完成.搜索新闻但是搜索.这个查看开始.类型文化人员所有.这里科技相关任何那么.更新论坛他们之后阅读同时没有.知道这是经济论坛不断不能为什.状态但是到了基本.一定显示她的孩子会员.知道如果自己论坛.</a:t>
            </a:r>
          </a:p>
          <a:p>
            <a:pPr algn="l"/>
            <a:r>
              <a:rPr sz="1800" b="0">
                <a:solidFill>
                  <a:srgbClr val="282828"/>
                </a:solidFill>
                <a:latin typeface="Source Han Sans CN"/>
              </a:rPr>
              <a:t>历史公司你们.最大同时成功美国.为什一定联系学习.组织状态情况虽然精华拥有.得到就是经济城市电子.参加一点还有手机.任何一起积分以及朋友还是.我的资源基本规定控制.因为欢迎经济.一点密码深圳系列参加以后.质量大小个人这是解决时候联系.决定登录只是具有其实.位置记者世界无法.中国文件活动表示使用.图片电子完全责任不会一下.系列学校不断.资源喜欢地方注册开发以上注意.制作电话在线不断参加我的社区.报告你们系列语言搜索其中是一.积分管理解决工作主要.上海一些不能就是.注意软件由于完全科技事情.参加只有汽车比较.他的那么一样为了最后根据.单位直接您的.空间评论知道系统他们科技积分或者.</a:t>
            </a:r>
          </a:p>
          <a:p>
            <a:pPr algn="l"/>
            <a:r>
              <a:rPr sz="1800" b="0">
                <a:solidFill>
                  <a:srgbClr val="282828"/>
                </a:solidFill>
                <a:latin typeface="Source Han Sans CN"/>
              </a:rPr>
              <a:t>社会发现不会手机其实.积分处理还有阅读作者.这里我的为什一点结果客户.您的不同一个.有限日期之间但是有些.出现免费电影两个.其他包括登录推荐公司学习注意.工具结果工具正在操作服务威望.这么显示自己活动只是.联系内容电影工作.状态政府积分经济.这里支持系统计划可以觉得处理.推荐信息地区电脑.标题城市工程城市项目这种我的对于.全国状态分析男人.不能都是提高地址实现游戏.是否说明重要支持发展教育销售出现.</a:t>
            </a:r>
          </a:p>
          <a:p>
            <a:pPr algn="l"/>
            <a:r>
              <a:rPr sz="1800" b="0">
                <a:solidFill>
                  <a:srgbClr val="282828"/>
                </a:solidFill>
                <a:latin typeface="Source Han Sans CN"/>
              </a:rPr>
              <a:t>还是孩子业务法律最大广告.音乐拥有所有应该生产.安全同时免费.政府目前电脑.汽车类型电子进行学生生活.游戏部门今天.技术上海直接功能.更多你们正在怎么介绍出现专业.完成一切因此登录.大小因此首页一起.如何安全可是.只有最后中文环境继续.提供觉得必须能够最新他们法律.查看我的国际这里学校同时根据.而且制作出现文件查看.说明历史最大一定电影直接.朋友最后电子今年登录不过.阅读地方威望制作系列.您的作为开发投资那个软件空间电子.出现是否文化当然.日本这里提供国内评论日期.所以一般注册建设评论.其中程序工程看到由于情况.都是影响地址网上免费朋友.必须两个社区以及论坛中文.经营成功男人最后参加来源全国主题.</a:t>
            </a:r>
          </a:p>
          <a:p>
            <a:pPr algn="l"/>
            <a:r>
              <a:rPr sz="1800" b="0">
                <a:solidFill>
                  <a:srgbClr val="282828"/>
                </a:solidFill>
                <a:latin typeface="Source Han Sans CN"/>
              </a:rPr>
              <a:t>质量知道方式的人过程.处理比较生活使用我们所以.技术你们的人下载来源提高文件.您的国内自己免费.今天还有北京现在一切北京.情况完全运行认为如果当前.上海不会显示注意来源.那么查看新闻作者这样项目经济.认为还有一切数据内容操作最新女人.这些城市科技回复到了东西进入对于.朋友重要之后状态这是的人一定.全国虽然这里增加但是位置.对于起来那么.还是更多根据东西还是.学校系列还有免费不断谢谢发表.一个学生对于都是网上在线电脑.工具全部制作男人等级.电脑网站方面资源深圳使用.电子方面精华开发这种通过.品牌不能功能运行如此.工具联系精华网络.投资你的朋友建设实现这样时间分析.语言位置必须加入应该.如此报告目前觉得.</a:t>
            </a:r>
          </a:p>
          <a:p>
            <a:pPr algn="l"/>
            <a:r>
              <a:rPr sz="1800" b="0">
                <a:solidFill>
                  <a:srgbClr val="282828"/>
                </a:solidFill>
                <a:latin typeface="Source Han Sans CN"/>
              </a:rPr>
              <a:t>工作东西商品认为.直接选择这个教育觉得.业务网络如此等级可能威望经济.这里有些朋友地址.是一结果一定留言.相关政府次数电子觉得.由于可能留言同时会员.积分一点加入她的一般准备.本站搜索评论最大汽车.你的这些在线一次无法.重要或者一点大学一切东西人员系统.他们信息汽车所有有些孩子.需要两个解决事情发展标题人民计划.教育一切只有工具全国问题.合作开发状态业务客户今天一样登录.研究大学东西记者发展发现.以上以下不断应该文化生活音乐当然.</a:t>
            </a:r>
          </a:p>
          <a:p>
            <a:pPr algn="l"/>
            <a:r>
              <a:rPr sz="1800" b="0">
                <a:solidFill>
                  <a:srgbClr val="282828"/>
                </a:solidFill>
                <a:latin typeface="Source Han Sans CN"/>
              </a:rPr>
              <a:t>记者使用可能商品需要登录.那么历史空间.而且关于全国品牌客户设计注册.详细状态关于行业直接怎么管理.不能直接图片管理提高中文是一.客户留言一下是一文章个人.这样数据电子环境可能.工作简介选择报告只要工具.这是以及帖子.是否很多不要问题文件当然点击.国家他的发展开发.只是国内网络全部.一次还是建设简介空间关于您的历史.来自国际浏览这个.简介活动推荐环境研究时间.不同活动首页等级中心不过工具.</a:t>
            </a:r>
          </a:p>
          <a:p>
            <a:pPr algn="l"/>
            <a:r>
              <a:rPr sz="1800" b="0">
                <a:solidFill>
                  <a:srgbClr val="282828"/>
                </a:solidFill>
                <a:latin typeface="Source Han Sans CN"/>
              </a:rPr>
              <a:t>简介应用首页.内容管理同时.这样作者规定密码客户责任.以后电子现在这种感觉如此.情况出现工具帖子有关有关.必须帮助今天就是系列如果两个在线.大学主题更新没有个人结果孩子.一定为了地址标题威望.而且以上东西就是最后欢迎.你们次数最后日本最新成为结果希望.规定发展结果一起类型首页其实有关.留言有限会员销售您的.问题北京的话阅读.今年这种资源以上一起过程为了.参加介绍位置积分.人员目前相关如何帖子.更多简介那么必须.觉得深圳一次有限.文章名称因此加入中心内容.但是一般其中最大全部.日本的人资源人员登录是一.作品下载行业如此网站.国家最大成功正在日本根据.不同不是状态系列问题提供经营.</a:t>
            </a:r>
          </a:p>
          <a:p>
            <a:pPr algn="l"/>
            <a:r>
              <a:rPr sz="1800" b="0">
                <a:solidFill>
                  <a:srgbClr val="282828"/>
                </a:solidFill>
                <a:latin typeface="Source Han Sans CN"/>
              </a:rPr>
              <a:t>社区密码参加质量图片不是.用户状态首页上海经验.什么必须这些经济.软件制作需要经验品牌.最后具有市场这样.音乐一定注意类别论坛活动.记者到了全国全部标准价格积分.语言其中你们简介.关于计划可能那么文章这种销售目前.这些得到类别.教育两个比较工具.当前支持有关这些.设备根据需要全部制作没有.希望处理价格能力品牌开始信息.方式以后男人还是组织手机不同.您的增加发现.类型控制显示大学得到人员现在.工作使用可是的人新闻.组织根据语言.世界最后政府准备运行网上地区.点击当前上海浏览发布或者的人.就是游戏这里音乐那么我们.主要位置空间以上.可以世界那么查看不断.如此发展质量最后.状态人员所有个人还有能够.</a:t>
            </a:r>
          </a:p>
          <a:p>
            <a:pPr algn="l"/>
            <a:r>
              <a:rPr sz="1800" b="0">
                <a:solidFill>
                  <a:srgbClr val="282828"/>
                </a:solidFill>
                <a:latin typeface="Source Han Sans CN"/>
              </a:rPr>
              <a:t>学校由于所有大小欢迎但是提高.城市科技国家部分评论.责任数据因此过程.同时有关要求.登录提供以后相关.支持方式销售知道一定.更新日期直接只要就是阅读.根据提高可是不过非常.如此到了直接安全其中.原因这里系统不过什么文章文件得到.以下类型同时学校中文详细都是学校.如果控制专业市场自己联系.出来问题加入登录上海不同.推荐系统历史正在也是美国是一.一样通过东西作为服务工程感觉.工具所有发生日本是一.对于开始为什得到主要推荐.欢迎如果设备只是是一那么一起.其中到了国际希望.的是内容两个都是.</a:t>
            </a:r>
          </a:p>
          <a:p>
            <a:pPr algn="l"/>
            <a:r>
              <a:rPr sz="1800" b="0">
                <a:solidFill>
                  <a:srgbClr val="282828"/>
                </a:solidFill>
                <a:latin typeface="Source Han Sans CN"/>
              </a:rPr>
              <a:t>解决学生推荐拥有.电影目前只要论坛进入音乐.也是程序一般但是现在.个人单位进入控制认为.管理市场可能销售.政府她的无法电影评论任何标题为了.方面自己公司然后所以所以.处理免费加入.运行简介只有联系不是资料.设备不会来自都是同时法律.中心电话手机系列威望联系出现软件.详细密码更新.位置政府希望.控制欢迎主题还有语言需要现在.如何现在分析时间组织.各种之后正在全部发现开发.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2800" b="1">
                <a:solidFill>
                  <a:srgbClr val="143C78"/>
                </a:solidFill>
                <a:latin typeface="Source Han Sans CN"/>
              </a:rPr>
              <a:t>Faker 段落集 22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algn="l"/>
            <a:r>
              <a:rPr sz="1800" b="0">
                <a:solidFill>
                  <a:srgbClr val="282828"/>
                </a:solidFill>
                <a:latin typeface="Source Han Sans CN"/>
              </a:rPr>
              <a:t>标准城市社会提供深圳等级非常.发生作者全部实现当然专业这种以后.用户简介当前.规定运行实现.这么现在今年经营.你的一切城市特别学生.关于看到精华这里政府的话要求.开始电脑新闻经验历史.下载孩子质量安全当然已经一个.男人系列所以一点企业方式位置.精华不过技术回复以后生活当前.是否当前到了就是有限不过一下.部分两个建设程序语言.所以人民经验对于下载提供.汽车根据还是还是.可能也是资料不断能够希望那些社区.</a:t>
            </a:r>
          </a:p>
          <a:p>
            <a:pPr algn="l"/>
            <a:r>
              <a:rPr sz="1800" b="0">
                <a:solidFill>
                  <a:srgbClr val="282828"/>
                </a:solidFill>
                <a:latin typeface="Source Han Sans CN"/>
              </a:rPr>
              <a:t>查看成为说明出来.社会一般工作制作.控制质量女人您的帖子同时.积分深圳活动起来很多状态完全.可是一起论坛当前为了.原因控制生活国内还是一切他们.东西语言应用工作相关有限.显示基本关系经济规定要求学生.系列一种一样汽车那个.活动电脑人民工程应用活动.技术为什准备非常.来自实现时间作品得到.有关运行两个汽车之后.</a:t>
            </a:r>
          </a:p>
          <a:p>
            <a:pPr algn="l"/>
            <a:r>
              <a:rPr sz="1800" b="0">
                <a:solidFill>
                  <a:srgbClr val="282828"/>
                </a:solidFill>
                <a:latin typeface="Source Han Sans CN"/>
              </a:rPr>
              <a:t>感觉中心产品我们.作为当前专业原因.这么虽然建设更新经营可是.应该位置方面深圳等级.结果之间主要关系起来本站方法结果.最后准备为什还有介绍产品密码.一直他的非常只要完成游戏需要起来.一些地区活动音乐一切.规定准备工作希望更新.推荐论坛世界学习这是.情况最新这个国内查看用户.用户因此状态.什么国家类别简介建设之间.推荐地方详细日本日本现在.所以类别提供欢迎所有如此对于.电影作为会员这个以上欢迎以下.市场名称电话之间内容城市分析到了.加入继续他们标准.相关那个那么网络虽然.</a:t>
            </a:r>
          </a:p>
          <a:p>
            <a:pPr algn="l"/>
            <a:r>
              <a:rPr sz="1800" b="0">
                <a:solidFill>
                  <a:srgbClr val="282828"/>
                </a:solidFill>
                <a:latin typeface="Source Han Sans CN"/>
              </a:rPr>
              <a:t>管理中文中文直接作者.处理一直的是只是法律点击资源.非常说明表示一直.两个活动资源大学.标题信息时间不会组织.评论一直今天时候网上.还是资料他的具有游戏.可能注册文化朋友.历史为什发展一直.全部一次商品商品电话市场新闻.对于单位要求.没有应用通过只是.来自论坛作品经济信息经验系统.一样这种生活地区.非常主题必须网站.全部不断以后可以.最后一下这个所以还有生活大学.出来类型类别一下参加没有城市.已经发现一次标题你们准备.</a:t>
            </a:r>
          </a:p>
          <a:p>
            <a:pPr algn="l"/>
            <a:r>
              <a:rPr sz="1800" b="0">
                <a:solidFill>
                  <a:srgbClr val="282828"/>
                </a:solidFill>
                <a:latin typeface="Source Han Sans CN"/>
              </a:rPr>
              <a:t>起来基本经验密码世界而且.希望发现报告状态国际.资料进入不是不断正在密码单位.通过一次组织.出现现在评论城市大学完成非常.美国地址一次增加本站经济.那些空间系统数据可以到了数据一下.不同方面法律投资中文.软件日期地区有限支持一切.资料等级登录自己国内功能大家.有关推荐科技觉得但是对于可能之后.虽然人员原因数据是一很多图片.可能广告学习学校程序东西也是.一般那些觉得不过人民发表同时.你的查看责任业务销售记者新闻.</a:t>
            </a:r>
          </a:p>
          <a:p>
            <a:pPr algn="l"/>
            <a:r>
              <a:rPr sz="1800" b="0">
                <a:solidFill>
                  <a:srgbClr val="282828"/>
                </a:solidFill>
                <a:latin typeface="Source Han Sans CN"/>
              </a:rPr>
              <a:t>方式应该你们通过业务.到了他的作者进入两个.能够法律文件都是解决.的人那个制作重要只是.一样知道要求中文不同.但是得到是一地址两个.一点位置可能为了的话电脑.更多环境电脑活动如何国内很多.价格销售到了女人人员北京.社区能力进行孩子欢迎.计划之间品牌合作部门一点.事情联系那么.当前最后得到主要实现下载处理登录.学习用户必须提高服务今年不是查看.系统城市更新自己.大学经验人员以上功能.如何以及价格特别.管理提高世界使用等级.很多责任工作之间影响.文件有关是一还是浏览可以.无法由于很多应该.</a:t>
            </a:r>
          </a:p>
          <a:p>
            <a:pPr algn="l"/>
            <a:r>
              <a:rPr sz="1800" b="0">
                <a:solidFill>
                  <a:srgbClr val="282828"/>
                </a:solidFill>
                <a:latin typeface="Source Han Sans CN"/>
              </a:rPr>
              <a:t>显示状态客户文章很多.中文目前当然一下.关于不同学习.支持帮助包括一些.都是客户搜索大小这个这个.那些可以计划学校其中地方手机.出现不断建设更新类型今天下载.重要自己作品提供分析最后记者继续.那个注意具有正在今天由于喜欢不过.感觉由于规定东西环境.操作解决国内全国.很多问题一次进入.威望不过事情或者说明如果.企业责任国家解决这些类型教育.</a:t>
            </a:r>
          </a:p>
          <a:p>
            <a:pPr algn="l"/>
            <a:r>
              <a:rPr sz="1800" b="0">
                <a:solidFill>
                  <a:srgbClr val="282828"/>
                </a:solidFill>
                <a:latin typeface="Source Han Sans CN"/>
              </a:rPr>
              <a:t>提供具有男人介绍怎么威望来源.他的自己他们制作下载.信息觉得活动等级不断.以后社会以后实现.制作数据名称企业出现不能.时间一起应该积分.只是推荐文章应用科技回复.成为工作学生等级来自今天数据.通过全国管理为什只是一点.得到包括信息广告查看你们.一起必须这些发生责任包括环境.正在而且人员.东西密码同时这个推荐.一定教育一次只有开发.然后大家国家.得到如何地区上海标题方式查看很多.发展这样中国联系不会阅读.更多当前方法记者她的.文件学生所以出现什么发展.信息帮助注册地方您的行业没有.作品东西业务安全全国.由于当前男人主题.自己朋友客户可以.项目那个没有作品任何任何类别.游戏发展时候专业所有不断技术.</a:t>
            </a:r>
          </a:p>
          <a:p>
            <a:pPr algn="l"/>
            <a:r>
              <a:rPr sz="1800" b="0">
                <a:solidFill>
                  <a:srgbClr val="282828"/>
                </a:solidFill>
                <a:latin typeface="Source Han Sans CN"/>
              </a:rPr>
              <a:t>需要相关类型位置.具有政府事情详细说明过程.选择要求自己很多男人系列.作品投资喜欢当然.项目以后不过其实在线她的.帮助文件地址论坛用户经营为什.我们表示希望地区我的.服务更多完全数据很多.标题上海情况制作.什么有限国内人民生活威望音乐活动.新闻教育电子注册一点.的是而且中心一点详细而且市场.能力就是主题.网站我们管理.什么这么不同没有中文留言.很多虽然进入到了但是参加.安全作品通过还有学生.关系下载更新今年.我的不会事情阅读.手机位置通过一个帮助重要比较全国.您的您的环境直接作者但是.继续状态目前孩子有限.游戏拥有使用应该公司今天.下载目前市场游戏一些说明积分.</a:t>
            </a:r>
          </a:p>
          <a:p>
            <a:pPr algn="l"/>
            <a:r>
              <a:rPr sz="1800" b="0">
                <a:solidFill>
                  <a:srgbClr val="282828"/>
                </a:solidFill>
                <a:latin typeface="Source Han Sans CN"/>
              </a:rPr>
              <a:t>方法提供部门一些主要要求.计划增加能力点击.男人说明只有项目经营合作只有.免费更新使用发生当然不是.内容只要积分.方式方面注册起来语言处理两个.不是以后得到只是资源电话.这些个人人民历史.作品一些应用.你的的话今天要求原因不是系统你的.发表地方的人其他.对于电子全部看到大小网站一切.系统能力评论品牌对于什么.设计标准的是日本虽然.制作当然销售.更多结果地方欢迎学习.公司一定完全浏览.联系成为能力所以不能觉得.位置一切具有表示.行业更多而且用户.网上不能发布.</a:t>
            </a:r>
          </a:p>
          <a:p>
            <a:pPr algn="l"/>
            <a:r>
              <a:rPr sz="1800" b="0">
                <a:solidFill>
                  <a:srgbClr val="282828"/>
                </a:solidFill>
                <a:latin typeface="Source Han Sans CN"/>
              </a:rPr>
              <a:t>电脑一直投资直接.其中历史事情他们提供单位人员作为.其实人民处理都是运行企业通过.经济文章工程.威望报告一直什么出来.问题也是留言.报告因此女人上海中文只有这么你的.文章生产查看能够显示希望帖子.需要为什重要.能够实现合作免费虽然制作.公司其中控制是一.部门密码一样由于.手机更新程序责任等级点击.是否只有教育社会.个人的话继续最大.女人不要可以发表到了那个设备.软件论坛国家项目教育.发生比较空间孩子.欢迎发布结果公司对于产品.研究工具资料服务工具为了.一切参加能够.内容业务应该日期控制.看到今年提供工程一点如果.更多责任原因我的.觉得还是其他.她的企业其中朋友通过如此.一次内容没有以后决定继续查看对于.</a:t>
            </a:r>
          </a:p>
          <a:p>
            <a:pPr algn="l"/>
            <a:r>
              <a:rPr sz="1800" b="0">
                <a:solidFill>
                  <a:srgbClr val="282828"/>
                </a:solidFill>
                <a:latin typeface="Source Han Sans CN"/>
              </a:rPr>
              <a:t>经济现在大家来自信息.其实只有城市信息更新.工作已经工具一种这个这个如此.网络同时使用运行状态.来源北京这是自己音乐不会解决.而且基本搜索商品.他们简介非常工具看到.方式制作系列环境注意.你的特别男人那个方式地区发现.特别最新项目点击选择根据.主题一下地方她的工作.他们汽车合作之间以下.地区一下你的.起来这里美国学习.希望推荐操作浏览事情她的回复联系.程序生产最大的话.来自我们准备影响.一点以下成功就是在线.方法上海只是密码中心自己美国.阅读人民这么详细如此.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2800" b="1">
                <a:solidFill>
                  <a:srgbClr val="143C78"/>
                </a:solidFill>
                <a:latin typeface="Source Han Sans CN"/>
              </a:rPr>
              <a:t>Faker 段落集 23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algn="l"/>
            <a:r>
              <a:rPr sz="1800" b="0">
                <a:solidFill>
                  <a:srgbClr val="282828"/>
                </a:solidFill>
                <a:latin typeface="Source Han Sans CN"/>
              </a:rPr>
              <a:t>也是其中帮助为什只有孩子地址.国家城市两个有些一样科技.销售他的基本论坛因为为了位置.软件只是部门不能认为应用.您的有关事情联系.发展本站中心文章产品具有.很多法律这么推荐积分.结果留言这么得到一切.详细系统使用经营不会在线东西这么.密码得到组织学习广告一次浏览城市.一直你们作者项目留言经验控制发现.这种国家影响为了生活发展.应该然后而且这种他们经营.这种东西基本运行全国社区.合作资料详细基本标准电脑.作为空间汽车生活学校希望深圳中心.直接发现组织程序.应该工具电话积分无法.简介软件学生用户自己只有汽车.参加控制次数.实现然后部分处理资料以上文章因此.重要事情您的提高.商品项目现在帮助.</a:t>
            </a:r>
          </a:p>
          <a:p>
            <a:pPr algn="l"/>
            <a:r>
              <a:rPr sz="1800" b="0">
                <a:solidFill>
                  <a:srgbClr val="282828"/>
                </a:solidFill>
                <a:latin typeface="Source Han Sans CN"/>
              </a:rPr>
              <a:t>但是这是工具看到.显示主题觉得.所以知道那些她的虽然开始包括.其他最后有关设备一定出来经验.一般帮助环境她的.怎么登录完全网上.论坛一切直接.销售新闻会员.企业知道特别但是当然地方.有限市场男人其他影响开发因为.一些不要是一处理学校之间手机作者.信息喜欢搜索为什市场.时候一样大学其他.业务显示名称个人通过查看系统.情况上海的是更新关系管理这是.不断留言所有部分但是原因不能.只要来自评论资料政府系列.作为功能工程虽然特别不同客户.</a:t>
            </a:r>
          </a:p>
          <a:p>
            <a:pPr algn="l"/>
            <a:r>
              <a:rPr sz="1800" b="0">
                <a:solidFill>
                  <a:srgbClr val="282828"/>
                </a:solidFill>
                <a:latin typeface="Source Han Sans CN"/>
              </a:rPr>
              <a:t>支持之间还是如果要求.资源作品广告参加.时候之间那么那么网站感觉更新.处理责任阅读.知道谢谢如何建设产品日期企业准备.功能联系商品男人任何工作.当前部门搜索部分文件大家.教育责任建设这么法律.基本开发主题看到方面.个人工作操作当前所有这里开始.电子只要全部包括.到了登录两个支持.当然要求资源这么.客户发表现在大家主题.功能希望等级电影客户社会.电影电影报告工作.简介日本决定通过.显示来自不能人民这是所以.留言出来北京完成这是.能够美国搜索质量.</a:t>
            </a:r>
          </a:p>
          <a:p>
            <a:pPr algn="l"/>
            <a:r>
              <a:rPr sz="1800" b="0">
                <a:solidFill>
                  <a:srgbClr val="282828"/>
                </a:solidFill>
                <a:latin typeface="Source Han Sans CN"/>
              </a:rPr>
              <a:t>企业当然运行重要必须.最后社会搜索网站.电影内容发现需要东西生活音乐.起来得到一种.不断提高分析介绍网上准备看到日本.分析深圳成为一切原因.男人法律加入功能只要一下.选择网络商品.环境浏览有关搜索.这里下载事情.完成使用出来图片空间汽车决定.历史市场学生所有评论语言通过.很多希望谢谢无法评论.其实公司自己类别.深圳图片新闻经济然后特别感觉准备.网站不过当前包括关系.大家设备结果成功市场一直.还有来自准备日期觉得他的.以后安全自己完成国内一个内容.服务朋友市场需要情况责任朋友.全国学习一样游戏教育.人员深圳类型.只要国内评论具有.最新科技一直法律.联系如此两个.注意一种相关自己.</a:t>
            </a:r>
          </a:p>
          <a:p>
            <a:pPr algn="l"/>
            <a:r>
              <a:rPr sz="1800" b="0">
                <a:solidFill>
                  <a:srgbClr val="282828"/>
                </a:solidFill>
                <a:latin typeface="Source Han Sans CN"/>
              </a:rPr>
              <a:t>影响能够科技任何以下一点这些.汽车商品东西查看国内在线.可是帮助浏览历史结果出现.加入虽然市场那个日期之后.查看生产其他深圳工具你的.可是合作如果经营单位数据我们.最大客户感觉报告解决简介不是.游戏社会以及解决浏览比较工具.简介重要如果一切喜欢时候.通过方法作品图片可以表示.很多决定注册为了问题处理.历史销售简介起来可以看到.品牌一次世界.空间有些结果现在起来.设备品牌拥有不能时候因此喜欢.查看行业安全.都是提供报告浏览.一个生活实现电子广告时候.今年的人搜索控制方式发表控制一个.控制还有只是.事情要求不过出来发布那个准备.等级通过新闻生产.生活虽然这样能力社会处理说明.生活今天他的.有些报告很多有些人民帮助.市场功能上海全部拥有.</a:t>
            </a:r>
          </a:p>
          <a:p>
            <a:pPr algn="l"/>
            <a:r>
              <a:rPr sz="1800" b="0">
                <a:solidFill>
                  <a:srgbClr val="282828"/>
                </a:solidFill>
                <a:latin typeface="Source Han Sans CN"/>
              </a:rPr>
              <a:t>质量有限直接数据必须.数据设计精华.管理中心由于一次表示.进行重要女人这种大学影响销售.作为名称解决.可能社会进入深圳技术电影不过.支持产品那么成为.注册本站商品.推荐网上成为.方面历史状态他们目前免费.全部一般一直情况.情况企业因为一种男人程序点击.上海原因国家谢谢也是作为主题知道.比较帮助汽车.数据组织一样觉得中文.</a:t>
            </a:r>
          </a:p>
          <a:p>
            <a:pPr algn="l"/>
            <a:r>
              <a:rPr sz="1800" b="0">
                <a:solidFill>
                  <a:srgbClr val="282828"/>
                </a:solidFill>
                <a:latin typeface="Source Han Sans CN"/>
              </a:rPr>
              <a:t>科技用户资源拥有.各种行业不能社区虽然.完成部门更新能力.特别显示中国点击其实我们帖子.那个设备一种来源.在线有关质量精华作品文章.质量过程一下也是当然这个.基本没有知道无法处理.出现出来一次到了回复如何.必须地方质量生产.自己社会注意城市国内.不过出现城市位置软件功能.</a:t>
            </a:r>
          </a:p>
          <a:p>
            <a:pPr algn="l"/>
            <a:r>
              <a:rPr sz="1800" b="0">
                <a:solidFill>
                  <a:srgbClr val="282828"/>
                </a:solidFill>
                <a:latin typeface="Source Han Sans CN"/>
              </a:rPr>
              <a:t>出现音乐当然其实大学那些来自等级.国内新闻目前基本音乐.觉得可以当前.表示为什部门作者.手机什么的是国家状态主题不会.喜欢到了已经组织价格.管理因为生活操作重要.内容那个这种作者.当前制作成为投资.成为服务不会.发表详细包括.很多中文项目最后.您的能够提高.男人电脑单位为什.大家影响各种如此质量.直接开发一定.而且不是工具电子软件.日期她的为了生产作为.</a:t>
            </a:r>
          </a:p>
          <a:p>
            <a:pPr algn="l"/>
            <a:r>
              <a:rPr sz="1800" b="0">
                <a:solidFill>
                  <a:srgbClr val="282828"/>
                </a:solidFill>
                <a:latin typeface="Source Han Sans CN"/>
              </a:rPr>
              <a:t>计划图片他的留言在线名称.根据不要现在他的状态.发生等级活动业务地方教育.提高大家来源这种支持主要这个.文化软件经济的话.工程最新不断大学成功密码现在信息.继续介绍不要一点成为.电脑时候一样需要.报告政府基本.完成历史看到.学习密码价格活动.这些重要安全.东西工程直接发展是否.大学帖子继续都是各种服务其他投资.开发但是我们能力的话基本到了.成为主题无法这种活动孩子看到.标准过程具有.研究政府欢迎运行国内一点详细.点击环境资料分析欢迎.最新活动一般不断没有发生音乐.客户电话大家这里.影响价格参加经营发布.浏览图片汽车这样不会人民经营.今天东西投资能力重要客户人员.进入成功决定中心得到.一样通过次数还有.网站一样发展活动.</a:t>
            </a:r>
          </a:p>
          <a:p>
            <a:pPr algn="l"/>
            <a:r>
              <a:rPr sz="1800" b="0">
                <a:solidFill>
                  <a:srgbClr val="282828"/>
                </a:solidFill>
                <a:latin typeface="Source Han Sans CN"/>
              </a:rPr>
              <a:t>女人威望项目一起的是.报告生产内容介绍开发自己一起起来.品牌最后密码自己以下不是价格.科技你的发展介绍那些电影虽然任何.企业东西虽然网络方面应用.具有最大次数.感觉一样详细时间.类别男人他的生活.无法他的首页图片作品不过法律.登录商品只要最新联系图片.比较环境科技谢谢.业务因为你的上海使用解决.详细浏览朋友.网络如此现在时间两个之后销售.本站深圳影响根据标准信息回复参加.其实其他我的关系拥有程序.不同大家行业无法她的会员帖子.这些不同评论标题广告以上.商品免费威望规定密码名称.网上现在有些知道.如何的是作品东西.价格来源注意科技.朋友自己东西密码你们.我的帖子作品单位.生产发表大小投资注册主要也是.还有美国活动能够.</a:t>
            </a:r>
          </a:p>
          <a:p>
            <a:pPr algn="l"/>
            <a:r>
              <a:rPr sz="1800" b="0">
                <a:solidFill>
                  <a:srgbClr val="282828"/>
                </a:solidFill>
                <a:latin typeface="Source Han Sans CN"/>
              </a:rPr>
              <a:t>同时比较直接得到对于最大公司.到了环境一直北京一点最新.管理通过中国由于其他一般国内.教育活动人员最大过程.根据商品情况关于今年不过上海.决定作者加入处理如此来源.只有发表会员是否经营.知道一些记者准备.关系质量活动而且电子.结果地址女人.全国方法发现密码客户国内电影孩子.是一地区这是一直由于而且欢迎.环境都是企业学习点击不过参加.孩子这样产品参加来源.专业项目信息的是.来自音乐当然点击最后控制支持.这么信息朋友.全国等级发布程序.空间个人说明如果能力合作这个.拥有工具经营包括拥有国家所以.这里他的影响您的结果说明应该.法律一般这么以下自己在线.发表大学手机来自那么.起来拥有实现计划准备不能.</a:t>
            </a:r>
          </a:p>
          <a:p>
            <a:pPr algn="l"/>
            <a:r>
              <a:rPr sz="1800" b="0">
                <a:solidFill>
                  <a:srgbClr val="282828"/>
                </a:solidFill>
                <a:latin typeface="Source Han Sans CN"/>
              </a:rPr>
              <a:t>那个记者显示出现.详细搜索一直.为了来自目前发生.一切时候就是.那些原因因此我们认为.推荐有关状态注意国内欢迎怎么.开始应用政府大小一直.这样开发精华中国一般新闻影响.北京因为男人您的显示.销售一种觉得最大状态得到她的.程序全部的人汽车直接.方法全部世界状态经济控制主要.一定这样他们这些一种一个可是系统.网络帖子类别一个.一样注册提供无法工作拥有各种她的.一次两个浏览或者.公司到了资源今年他的科技只有.</a:t>
            </a: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2800" b="1">
                <a:solidFill>
                  <a:srgbClr val="143C78"/>
                </a:solidFill>
                <a:latin typeface="Source Han Sans CN"/>
              </a:rPr>
              <a:t>Faker 段落集 24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algn="l"/>
            <a:r>
              <a:rPr sz="1800" b="0">
                <a:solidFill>
                  <a:srgbClr val="282828"/>
                </a:solidFill>
                <a:latin typeface="Source Han Sans CN"/>
              </a:rPr>
              <a:t>公司项目不断下载.制作推荐能够留言原因.影响工具不同就是增加生产.关系组织操作规定以下.研究最大制作不过到了不会目前.特别相关注意一切.网络因此人民一个当前重要任何.新闻技术比较使用是否.主题作者决定详细主要技术.产品继续能够地址为了经营程序.很多登录来源电脑不断论坛一样.支持客户选择拥有技术喜欢所以.网络目前标题只有可是帖子参加.一样出来由于软件价格论坛来自.文件来自资源全国电话有限日本.文章就是有些开发你的大小.</a:t>
            </a:r>
          </a:p>
          <a:p>
            <a:pPr algn="l"/>
            <a:r>
              <a:rPr sz="1800" b="0">
                <a:solidFill>
                  <a:srgbClr val="282828"/>
                </a:solidFill>
                <a:latin typeface="Source Han Sans CN"/>
              </a:rPr>
              <a:t>系列其实语言认为软件.城市如此注册你的两个教育主要.女人网上使用公司这些任何合作.组织政府只是决定谢谢基本最大.显示下载资源虽然密码电话我的这样.网站谢谢这里怎么详细.这里搜索通过谢谢中文历史.标题服务时候只要可以.发展如此他们问题单位.能力市场生活.行业发表孩子程序电脑具有.或者个人觉得喜欢新闻责任.品牌或者空间首页表示回复.密码增加一样男人.关于都是出现工具报告深圳男人联系.专业资源的是认为.</a:t>
            </a:r>
          </a:p>
          <a:p>
            <a:pPr algn="l"/>
            <a:r>
              <a:rPr sz="1800" b="0">
                <a:solidFill>
                  <a:srgbClr val="282828"/>
                </a:solidFill>
                <a:latin typeface="Source Han Sans CN"/>
              </a:rPr>
              <a:t>他们这么历史.社区因为学生因为.质量当前资源.中国或者有限起来.软件这种只是不能中国.现在欢迎汽车比较行业.只有得到信息提高工作合作一次.合作男人谢谢时候方面控制.中文选择继续.还有因为成为知道.结果如何不能男人威望同时事情.直接有限有关地区作品这是公司.注册一下介绍新闻怎么品牌主要操作.选择然后介绍增加所有提高最后.发表是否发现工程是一重要.地区经验主要有关.建设电脑留言.地区部门地区一种文化.人员浏览浏览最新通过.</a:t>
            </a:r>
          </a:p>
          <a:p>
            <a:pPr algn="l"/>
            <a:r>
              <a:rPr sz="1800" b="0">
                <a:solidFill>
                  <a:srgbClr val="282828"/>
                </a:solidFill>
                <a:latin typeface="Source Han Sans CN"/>
              </a:rPr>
              <a:t>推荐关系个人项目.企业更新成功.文化操作要求用户公司市场进入具有.之后工程希望他的社区浏览.都是提供通过说明可以.对于希望要求觉得然后.资料而且是否我们通过支持同时.当然资料表示原因对于由于.非常只是一样.你们电子不断.开发用户人民内容.介绍经营浏览项目.计划不断参加目前软件解决.国家网上业务之间作为城市专业.出来这么参加最新特别得到威望.商品可能是一所有建设设计.技术这样电影不会记者.</a:t>
            </a:r>
          </a:p>
          <a:p>
            <a:pPr algn="l"/>
            <a:r>
              <a:rPr sz="1800" b="0">
                <a:solidFill>
                  <a:srgbClr val="282828"/>
                </a:solidFill>
                <a:latin typeface="Source Han Sans CN"/>
              </a:rPr>
              <a:t>发布由于部门完全过程.网络下载大小提高电脑各种.投资专业免费这些.说明这么说明男人精华.可能人民价格方式.重要计划说明标准今年会员.分析留言更新功能.具有广告决定中国新闻一定.这个类别东西应用公司.中心点击功能同时情况精华.东西查看教育到了.工程制作地址作品政府.而且全部不是.他们虽然只要如何学习之间不能.都是论坛项目.本站希望发现发生得到这是.</a:t>
            </a:r>
          </a:p>
          <a:p>
            <a:pPr algn="l"/>
            <a:r>
              <a:rPr sz="1800" b="0">
                <a:solidFill>
                  <a:srgbClr val="282828"/>
                </a:solidFill>
                <a:latin typeface="Source Han Sans CN"/>
              </a:rPr>
              <a:t>不能那个计划.积分东西科技自己方面查看美国.时候技术价格环境.服务能力工程国内.在线文件大小图片记者北京深圳.用户分析这么实现位置因此内容.那么还是简介标准汽车由于.过程结果他们如果功能所有.其实来源一样音乐游戏.程序个人她的电话.法律制作销售时间信息行业中国.数据地址管理然后部分合作经验标题.发生日本人民.日期所以生产一次如果.介绍你们电话任何现在深圳显示日期.推荐国内中心美国世界简介同时.积分开始支持显示女人只有对于.有些来自为什发生电脑参加不会能够.支持教育工程关于制作.没有地址简介游戏.</a:t>
            </a:r>
          </a:p>
          <a:p>
            <a:pPr algn="l"/>
            <a:r>
              <a:rPr sz="1800" b="0">
                <a:solidFill>
                  <a:srgbClr val="282828"/>
                </a:solidFill>
                <a:latin typeface="Source Han Sans CN"/>
              </a:rPr>
              <a:t>学习资料国际时间完成继续地方.谢谢电脑各种研究加入内容两个.生活已经文件必须.今年位置系列为了认为介绍.登录这是专业能力.学生资源不过进入.大家密码国际看到加入.如果方面为了空间联系开发.要求那个公司.人员空间一起国家.分析广告只要.所有游戏下载如何成为电脑.环境也是这些认为内容.选择公司客户完全应该本站.不会他们当前需要学生是否积分成为.完全威望其中直接.支持搜索我的处理语言.你的法律工程投资不会只要的话.音乐环境特别都是国际一直看到.学校标题正在谢谢直接阅读.作品电话中文手机国际等级所以.使用不要日期注册而且本站生活.电影什么进行支持网络是否对于.</a:t>
            </a:r>
          </a:p>
          <a:p>
            <a:pPr algn="l"/>
            <a:r>
              <a:rPr sz="1800" b="0">
                <a:solidFill>
                  <a:srgbClr val="282828"/>
                </a:solidFill>
                <a:latin typeface="Source Han Sans CN"/>
              </a:rPr>
              <a:t>事情公司产品我的记者进行.来源关于控制文化主题计划.市场那些状态看到.各种觉得以下相关最后电话.解决继续城市今年.进入注意自己就是为了不断.分析中文工程业务.谢谢这里设备电子不能只要.两个企业进入加入.能够不断一定重要.只要必须作为作者.表示相关单位发展为了为了记者.控制程序决定音乐报告一次价格.如果产品学习密码.能力最新孩子公司用户解决.生活更多他的国家软件帮助.解决为了一些.孩子点击方法这样一样.经营以上基本企业当然.浏览技术电脑只要.最后规定浏览主题女人.各种搜索情况经济.用户完全处理.精华我的各种查看任何.</a:t>
            </a:r>
          </a:p>
          <a:p>
            <a:pPr algn="l"/>
            <a:r>
              <a:rPr sz="1800" b="0">
                <a:solidFill>
                  <a:srgbClr val="282828"/>
                </a:solidFill>
                <a:latin typeface="Source Han Sans CN"/>
              </a:rPr>
              <a:t>国际设备最后参加男人继续.网上更新说明图片两个.其他注意一直可能问题系统我们或者.行业虽然介绍孩子她的大小.虽然经济发表不会业务.两个学校不要在线工具北京文章社区.一样设备论坛搜索操作已经服务.特别她的她的女人项目详细.什么行业类别这个.原因处理的话会员.方式之后以下提供如此怎么增加为了.回复管理喜欢精华知道看到论坛.是否工程一个客户决定不要美国虽然.很多一次重要这么.经济精华不能以及比较价格.电影认为结果能力应用合作因为过程.标准其他有关只有.而且推荐什么类型工具拥有.无法支持主要.上海什么大小都是.客户音乐商品的人自己不能.状态社区这个运行发生可以而且解决.主题社会那个全部企业电脑学校关于.男人不会提供没有感觉免费这么.为了喜欢两个只是网站.能够免费应该的是无法.</a:t>
            </a:r>
          </a:p>
          <a:p>
            <a:pPr algn="l"/>
            <a:r>
              <a:rPr sz="1800" b="0">
                <a:solidFill>
                  <a:srgbClr val="282828"/>
                </a:solidFill>
                <a:latin typeface="Source Han Sans CN"/>
              </a:rPr>
              <a:t>音乐成功参加记者.控制简介这个.通过密码大小结果以及.投资搜索质量程序这样因为看到.用户发表计划无法其他标准图片各种.过程应用说明两个国内结果位置.一种还是不能那个学习注册.设备地方操作他的.那些事情企业解决.具有经济进行能够中心功能怎么.城市时候销售他的汽车一个汽车.虽然下载音乐来自生活.设计电影经验而且谢谢日本得到.世界处理知道积分已经作为认为.主要美国包括上海以及空间.她的产品这个规定.免费计划拥有希望正在.开始功能注册名称客户.那个是一名称大家得到问题内容.一下大学支持在线知道来源.深圳用户进入个人一次价格.完成国家以及你的法律.表示实现登录一个游戏.非常也是通过服务品牌企业.</a:t>
            </a:r>
          </a:p>
          <a:p>
            <a:pPr algn="l"/>
            <a:r>
              <a:rPr sz="1800" b="0">
                <a:solidFill>
                  <a:srgbClr val="282828"/>
                </a:solidFill>
                <a:latin typeface="Source Han Sans CN"/>
              </a:rPr>
              <a:t>重要帖子还有那些.到了对于如何回复社区.重要认为应该地方.合作具有还有之间今年解决.一样通过拥有我的教育推荐内容.非常注意人民那个需要今年.所以我们运行直接.因此技术显示系统.这样一个能够商品.是否你的只要当前公司很多主题国际.之间其实设计类别客户.图片中心建设应用国内只有处理.位置已经报告方式.标准要求一定一直.城市相关手机电子工具最大以下.数据美国精华我的不会.他们名称电影如果男人.最新看到谢谢.工具这里完成决定为什特别在线.觉得详细你们社区.发表项目一些客户的人.一般部门回复政府.一些直接完成最新只有大小这是.发布文化质量.今天得到您的任何.</a:t>
            </a:r>
          </a:p>
          <a:p>
            <a:pPr algn="l"/>
            <a:r>
              <a:rPr sz="1800" b="0">
                <a:solidFill>
                  <a:srgbClr val="282828"/>
                </a:solidFill>
                <a:latin typeface="Source Han Sans CN"/>
              </a:rPr>
              <a:t>一点内容完成我们.解决电影一些有关全国.信息服务我们发现进入.社会可以名称过程深圳.下载他的积分软件.一下电影政府浏览一点解决你的.法律电影处理北京有些.品牌然后不是资源但是内容.支持是一实现我们详细新闻.登录男人他的.历史教育计划最后政府.内容感觉为了电影.深圳看到深圳这些.看到什么以下其他点击.</a:t>
            </a:r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2800" b="1">
                <a:solidFill>
                  <a:srgbClr val="143C78"/>
                </a:solidFill>
                <a:latin typeface="Source Han Sans CN"/>
              </a:rPr>
              <a:t>Faker 段落集 25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algn="l"/>
            <a:r>
              <a:rPr sz="1800" b="0">
                <a:solidFill>
                  <a:srgbClr val="282828"/>
                </a:solidFill>
                <a:latin typeface="Source Han Sans CN"/>
              </a:rPr>
              <a:t>不是一个很多名称控制大家.中文应该音乐控制分析时间.状态认为支持搜索准备由于一下.一个没有时间技术.次数到了在线个人解决价格直接文化.次数最大他们不过.但是介绍系列项目.虽然他的实现商品.就是帮助作为记者对于一定.的话管理建设发现有些时间.记者最大工具商品之间产品中文.今年一些论坛一定社区其实你们表示.他的最大出来什么游戏.只是网站问题用户.不是关于如果美国社区.部分程序同时而且只要积分.注册详细如此.评论支持分析决定详细以上.教育关于为了看到网上.</a:t>
            </a:r>
          </a:p>
          <a:p>
            <a:pPr algn="l"/>
            <a:r>
              <a:rPr sz="1800" b="0">
                <a:solidFill>
                  <a:srgbClr val="282828"/>
                </a:solidFill>
                <a:latin typeface="Source Han Sans CN"/>
              </a:rPr>
              <a:t>我的我们空间北京经验完全一切.怎么国际无法事情您的这种的话决定.用户关于相关北京上海组织.表示深圳计划行业什么同时相关女人.技术密码资料学校社区电脑市场.控制世界一下之间你们工具或者处理.可是行业根据规定.虽然管理组织论坛.详细但是网站对于作品介绍.个人而且帖子虽然就是法律.北京主题音乐内容发生.中心其实问题今天那些设计.可是通过环境日本.深圳是否加入最后.由于汽车专业主题留言增加来自.方面东西问题应用.生产中心设备帮助的话.只有简介发生非常由于广告教育.搜索提供部分没有类别情况合作.经验更多进入以及就是当然一个.</a:t>
            </a:r>
          </a:p>
          <a:p>
            <a:pPr algn="l"/>
            <a:r>
              <a:rPr sz="1800" b="0">
                <a:solidFill>
                  <a:srgbClr val="282828"/>
                </a:solidFill>
                <a:latin typeface="Source Han Sans CN"/>
              </a:rPr>
              <a:t>只是我的上海通过.数据美国一定大学更新只是功能.应该必须今年或者.是一用户有关公司次数等级出现.提供深圳为什生产可以项目.网站语言城市研究组织因此其实.会员搜索合作实现工作.功能企业一直专业社会.功能状态单位活动.制作学习所以是一密码现在文化.部门系列功能电影能力.汽车成功由于城市地址.更多个人功能电影人民手机.一定发展发现.虽然之后详细建设记者经营文章.</a:t>
            </a:r>
          </a:p>
          <a:p>
            <a:pPr algn="l"/>
            <a:r>
              <a:rPr sz="1800" b="0">
                <a:solidFill>
                  <a:srgbClr val="282828"/>
                </a:solidFill>
                <a:latin typeface="Source Han Sans CN"/>
              </a:rPr>
              <a:t>很多特别经济使用介绍.首页孩子实现城市.精华专业手机公司为什相关帖子.中国很多电影会员图片生产记者使用.一样次数部门喜欢发现.必须一直选择登录没有工作.销售成功经验发表控制结果详细.这里参加所有生产来自以及威望一点.电影一般基本美国科技有些一些.需要通过部分报告提高应该.深圳你的本站控制来源.生活不能人员其中.社区方式一切更新为什包括.今天其实系列一直管理.</a:t>
            </a:r>
          </a:p>
          <a:p>
            <a:pPr algn="l"/>
            <a:r>
              <a:rPr sz="1800" b="0">
                <a:solidFill>
                  <a:srgbClr val="282828"/>
                </a:solidFill>
                <a:latin typeface="Source Han Sans CN"/>
              </a:rPr>
              <a:t>组织查看帮助如此深圳来源的人.他的人民历史阅读.他的大小为什留言中心发展显示详细.直接名称两个方面空间详细因此.中国方式价格无法而且记者.免费价格显示而且时候社会方式.深圳那个运行一定.部分之间希望一般.类别政府其实中国经济然后出现中国.来自安全开始社区完成.本站发表事情或者继续.大家支持专业时候论坛城市是一.得到你的处理中国支持一个.以及等级文件但是部分精华这样.有些位置经济我们.阅读经验继续经验公司.之间搜索处理什么文章一些.记者联系作为广告地区.查看经济一切主要.一种制作喜欢.因为设计责任有限部门.这么什么特别公司使用为了.</a:t>
            </a:r>
          </a:p>
          <a:p>
            <a:pPr algn="l"/>
            <a:r>
              <a:rPr sz="1800" b="0">
                <a:solidFill>
                  <a:srgbClr val="282828"/>
                </a:solidFill>
                <a:latin typeface="Source Han Sans CN"/>
              </a:rPr>
              <a:t>来源技术学习大家还是以后.点击增加运行所有世界下载公司.主题建设名称.解决资料操作点击电话登录.表示需要情况重要软件法律.可是游戏免费他们联系.但是方法对于.深圳推荐浏览可能全国可以.的话包括女人同时.全部品牌回复国内这些我们城市.部门来自完成之间发布.要求来自不同文章.电话品牌等级地方.全国觉得研究人员.市场业务的是使用可以.专业时间他的全部他的.决定搜索他们方法作为.计划上海地址以及.主题全国是一.</a:t>
            </a:r>
          </a:p>
          <a:p>
            <a:pPr algn="l"/>
            <a:r>
              <a:rPr sz="1800" b="0">
                <a:solidFill>
                  <a:srgbClr val="282828"/>
                </a:solidFill>
                <a:latin typeface="Source Han Sans CN"/>
              </a:rPr>
              <a:t>觉得的话也是.他的由于一下看到一个没有.日期选择提供不会中文教育这样.还是也是内容地区.主题个人解决系统.处理今天阅读控制注意学校.出来名称密码单位企业.处理关系国内免费网上那个你的.他的注意方式密码进入.报告项目生活项目教育政府记者.之后选择大家那些需要管理产品.方式组织朋友支持软件电脑到了.包括喜欢我们组织.成功回复品牌.所有新闻下载我们.不会联系行业他们.处理不同虽然女人来自.设计比较网上之间免费所有.会员在线提供销售销售分析环境.精华时间来自非常服务能力非常.</a:t>
            </a:r>
          </a:p>
          <a:p>
            <a:pPr algn="l"/>
            <a:r>
              <a:rPr sz="1800" b="0">
                <a:solidFill>
                  <a:srgbClr val="282828"/>
                </a:solidFill>
                <a:latin typeface="Source Han Sans CN"/>
              </a:rPr>
              <a:t>你们很多电子.计划积分基本工具.设计标准只有加入.搜索工程威望阅读建设到了汽车生活.基本手机这样运行合作作为项目.特别地址科技单位他们.评论或者一直这是处理日本.电话以上所以得到名称标题.得到资料这是他的两个资料不过.工具已经出现一个完全操作公司.工程建设是一认为.地方工程作品谢谢注意生活.孩子发展积分活动设计发表.不断解决进行所以学习提供.应该只有觉得类型发现.日本学习喜欢.非常你的设计作为大学一直感觉应用.不同地方之间可是完成孩子规定需要.基本地址一切目前.以后投资来自成功搜索因为情况.这么点击空间网站单位安全.全国来源正在包括上海一下建设.科技最新现在很多空间次数.过程应该报告点击关系业务位置.公司很多能力但是显示积分.帖子经验实现控制.</a:t>
            </a:r>
          </a:p>
          <a:p>
            <a:pPr algn="l"/>
            <a:r>
              <a:rPr sz="1800" b="0">
                <a:solidFill>
                  <a:srgbClr val="282828"/>
                </a:solidFill>
                <a:latin typeface="Source Han Sans CN"/>
              </a:rPr>
              <a:t>喜欢日本网站下载因为所以设备.信息过程正在一起公司为什游戏.她的结果以及情况北京提高一种操作.标题管理开始国际能力联系.感觉选择程序是否今天可能一切.希望世界服务电影增加事情.虽然运行问题环境资源报告.日期只有地区.这么具有查看感觉其他.方面只要决定应该拥有不是.过程最新市场实现.能力但是一般应该.作者一般推荐注意帖子.地区主要所有使用公司点击.程序目前经营为了经验今年那么.会员看到地址她的是一大小.不会经营控制处理所有一般下载.</a:t>
            </a:r>
          </a:p>
          <a:p>
            <a:pPr algn="l"/>
            <a:r>
              <a:rPr sz="1800" b="0">
                <a:solidFill>
                  <a:srgbClr val="282828"/>
                </a:solidFill>
                <a:latin typeface="Source Han Sans CN"/>
              </a:rPr>
              <a:t>通过一样运行没有任何法律能够.可能程序这种时间一些音乐上海.项目处理具有到了只要你的.运行这个规定.帖子这么经营建设.为了表示过程不是我的.一下学生标准北京应该.一般觉得结果搜索安全电话如此.发布产品还是控制上海起来为了.处理人员电影以后到了方法工作.如何只是一种公司专业所有.怎么你们经营怎么服务城市.在线非常一直电脑一次学习经济资源.类别信息汽车如何所以一定.今年帮助会员谢谢部门.出来所有日期软件之间以后喜欢.大家技术工程最大新闻电脑经营.社会作品两个以后控制语言.您的个人联系软件环境能力.可以一点资料如此部门方面.</a:t>
            </a:r>
          </a:p>
          <a:p>
            <a:pPr algn="l"/>
            <a:r>
              <a:rPr sz="1800" b="0">
                <a:solidFill>
                  <a:srgbClr val="282828"/>
                </a:solidFill>
                <a:latin typeface="Source Han Sans CN"/>
              </a:rPr>
              <a:t>功能虽然生活中国次数一切男人我们.音乐操作工作类别点击功能行业.包括发现推荐不过进行工具很多.技术今天知道一切中国知道拥有.还有一定经营品牌专业需要学生非常.出现用户文化注册进入女人项目这些.功能操作主要新闻法律能够主要.不要参加业务只有单位.提高方式不过孩子网站知道怎么当前.电子一样汽车历史广告帖子怎么.运行生活朋友操作.直接由于中文然后我的表示.认为开发空间北京阅读汽车而且.商品网站阅读大家孩子控制公司.业务最大得到经营客户.时候觉得如果通过文件部门.主题工程运行以下建设.感觉类型这么地区.得到系列游戏免费重要投资.行业那些起来帮助公司组织然后用户.以后帖子历史关于.系统人员不会日期如何一下不是.帮助报告美国这些作者阅读.因此企业工具不是中国用户如此.人民国家影响商品.方法空间作为.只要最新首页喜欢用户公司.等级应用单位方式.</a:t>
            </a:r>
          </a:p>
          <a:p>
            <a:pPr algn="l"/>
            <a:r>
              <a:rPr sz="1800" b="0">
                <a:solidFill>
                  <a:srgbClr val="282828"/>
                </a:solidFill>
                <a:latin typeface="Source Han Sans CN"/>
              </a:rPr>
              <a:t>希望所以为什实现.我们精华男人游戏图片可以经验数据.必须地方这种中文登录一种有关帖子.得到谢谢标题标题.有限各种如此具有一样也是.开发我的地址文章.但是全部以上中国朋友.记者威望如此来源网站自己.发表价格注意通过方式准备.完全业务城市业务.喜欢质量搜索所以.精华文化网站电话有些也是直接注意.音乐希望大家感觉注册.以及作者只是质量发展来源国家今天.</a:t>
            </a:r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2800" b="1">
                <a:solidFill>
                  <a:srgbClr val="143C78"/>
                </a:solidFill>
                <a:latin typeface="Source Han Sans CN"/>
              </a:rPr>
              <a:t>Faker 段落集 26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algn="l"/>
            <a:r>
              <a:rPr sz="1800" b="0">
                <a:solidFill>
                  <a:srgbClr val="282828"/>
                </a:solidFill>
                <a:latin typeface="Source Han Sans CN"/>
              </a:rPr>
              <a:t>怎么自己浏览谢谢你的.看到可能方面.全部电话部门起来主要标准.企业地方不要上海还有活动当前.直接说明活动已经必须来自.部分下载那个大学销售城市重要.继续文件然后开始关系.作品这些必须业务.我们更多时间.个人全部拥有全部特别时间结果以上.男人安全选择日期今年已经设计.发布空间浏览注意全部我们专业.</a:t>
            </a:r>
          </a:p>
          <a:p>
            <a:pPr algn="l"/>
            <a:r>
              <a:rPr sz="1800" b="0">
                <a:solidFill>
                  <a:srgbClr val="282828"/>
                </a:solidFill>
                <a:latin typeface="Source Han Sans CN"/>
              </a:rPr>
              <a:t>如此一点设备.参加经验他们今天.操作密码法律点击登录商品.城市目前合作网上.还有参加是一推荐最新质量控制.主要制作不同电脑在线建设.重要今年汽车规定工程科技经济控制.帮助今年制作成为为了认为.显示以上客户直接教育一种不同.部分学校能够今天.过程本站政府关系时间都是现在.系列一些现在单位作者.不过因此阅读显示美国学校这里.一些关于内容.您的国家很多市场.重要那个这是.成为人员大学发生增加汽车.不是生活回复这种.产品环境工作这种企业表示会员.地区就是产品进行.一次业务文件工作社会经营下载.生活需要简介完全出现大小在线.相关文化就是也是今年上海国际社会.论坛今天数据一下文化科技通过.可是原因计划进入有限制作.</a:t>
            </a:r>
          </a:p>
          <a:p>
            <a:pPr algn="l"/>
            <a:r>
              <a:rPr sz="1800" b="0">
                <a:solidFill>
                  <a:srgbClr val="282828"/>
                </a:solidFill>
                <a:latin typeface="Source Han Sans CN"/>
              </a:rPr>
              <a:t>如此城市希望不断.日期时间位置实现准备制作谢谢其他.评论不断历史一直安全图片.一点一起没有作为认为关系.合作更新时间.加入北京正在软件工程.新闻无法手机.很多解决直接.必须当然一定发表一个.大家游戏应用不同.孩子进行人员不断直接.各种表示精华经验一次免费这种.如果原因中国点击参加.虽然注意浏览为什以后搜索研究.积分谢谢各种一个人员.北京增加不断搜索.运行最大那么全部本站.我们完全来自大家以下.可以科技能够浏览.部分不同信息中心合作.手机地址地区市场.之后自己支持方面.如此简介免费之后有些显示.社会电话影响法律系列首页完全.需要同时这些客户主题大小完成联系.然后公司建设.市场帮助信息.</a:t>
            </a:r>
          </a:p>
          <a:p>
            <a:pPr algn="l"/>
            <a:r>
              <a:rPr sz="1800" b="0">
                <a:solidFill>
                  <a:srgbClr val="282828"/>
                </a:solidFill>
                <a:latin typeface="Source Han Sans CN"/>
              </a:rPr>
              <a:t>安全服务日本威望北京.搜索这些留言新闻业务重要地址文章.帮助只是要求发现软件.公司不是只要怎么关于.质量操作新闻中心最后可以的话.包括企业显示情况设备.帮助东西具有一定操作经济.深圳用户报告之间系列以后国内.查看同时数据只是工具两个.更多投资解决其实电话一点发布历史.浏览知道提高.关于拥有通过功能点击.实现看到完全浏览免费那么的是.其实历史内容人民成功的是.注意使用系统来自.解决新闻组织电脑你的一般汽车专业.学校这些最大必须.那么项目任何以下.起来销售数据搜索经营.完全认为一些开始开发.发布经济帮助状态使用需要组织起来.之后报告项目学习报告要求资源.的人标准程序新闻.有关人民电话孩子联系感觉.感觉如此点击发展比较一般.</a:t>
            </a:r>
          </a:p>
          <a:p>
            <a:pPr algn="l"/>
            <a:r>
              <a:rPr sz="1800" b="0">
                <a:solidFill>
                  <a:srgbClr val="282828"/>
                </a:solidFill>
                <a:latin typeface="Source Han Sans CN"/>
              </a:rPr>
              <a:t>来源时间就是精华.工具男人内容国内以下不会是否.没有作为现在部门拥有.国家活动系统.出来网上都是详细.工具浏览国内你们资料.单位系列知道选择.地方地址或者成为企业当前大学.研究他的重要如果汽车.我的简介地方登录只要.工程成功直接看到认为或者.评论系列不断到了经验查看以后.今年应用加入提供.这个电子操作的人是否过程有些.音乐制作设计工作有限文件欢迎东西.以上说明企业选择免费研究.科技为了经济网络详细主要感觉一起.产品单位那些表示音乐类别.日期这里一直关于经验情况.您的有限社区大家汽车影响没有.威望完全状态有些次数过程我们只有.</a:t>
            </a:r>
          </a:p>
          <a:p>
            <a:pPr algn="l"/>
            <a:r>
              <a:rPr sz="1800" b="0">
                <a:solidFill>
                  <a:srgbClr val="282828"/>
                </a:solidFill>
                <a:latin typeface="Source Han Sans CN"/>
              </a:rPr>
              <a:t>帮助积分是否那些的是您的要求.网络不过详细评论关于教育.环境当然能力社区只有部分.质量个人发展影响登录.更新为了正在完成不会可能.必须你们完成喜欢或者情况.一直图片类别孩子如此主题您的.分析是否用户城市.城市介绍看到游戏关系时候.建设操作部分目前根据记者标准.注意北京增加之后您的表示.能力方法手机一次选择安全.不是电影如何用户.市场可能工程威望你们因为原因.全部各种如果以上.建设希望问题得到.因此论坛希望中文完成.研究质量之后其他.技术可能主题控制产品自己电子.来自阅读作者.</a:t>
            </a:r>
          </a:p>
          <a:p>
            <a:pPr algn="l"/>
            <a:r>
              <a:rPr sz="1800" b="0">
                <a:solidFill>
                  <a:srgbClr val="282828"/>
                </a:solidFill>
                <a:latin typeface="Source Han Sans CN"/>
              </a:rPr>
              <a:t>客户无法程序来自.登录那个关系一定什么正在因此.点击各种而且这种因为.文件电脑注意控制.来源系统建设日本空间如何.阅读继续生产.不能知道资源不要使用.影响国际出现有关一些个人.完成帮助的人不同.而且选择设计大家来自.行业详细不是应用.我的详细注册学校地址教育.学习只是网络.觉得一般电影发展认为.设计学习继续作为.地区以上网站其实上海.男人由于目前不过他们等级.位置一切主题一些.</a:t>
            </a:r>
          </a:p>
          <a:p>
            <a:pPr algn="l"/>
            <a:r>
              <a:rPr sz="1800" b="0">
                <a:solidFill>
                  <a:srgbClr val="282828"/>
                </a:solidFill>
                <a:latin typeface="Source Han Sans CN"/>
              </a:rPr>
              <a:t>图片来源为什一些文化学生生产.继续您的完全大家一次.客户而且管理.历史学习其他具有实现广告的人.网络深圳其他网站使用.作者资源方法资料汽车中文作者.资料名称比较进入他的.的人无法系列记者地址.的人进行相关那个成功.这里今天设备生产品牌不断.你们有限不会上海应该网络精华以及.这些这是生活来源那么.安全网站文件工作单位系统.网络新闻增加文化日期女人.我们文件这是最大增加客户安全感觉.比较一切评论任何留言安全.系列过程制作学校注册孩子.新闻出现那个.公司数据相关注意手机经营男人.这种销售为了这些程序价格.如果现在标题之间.今年进入回复.回复操作之后是否主要国内.报告感觉说明资料.</a:t>
            </a:r>
          </a:p>
          <a:p>
            <a:pPr algn="l"/>
            <a:r>
              <a:rPr sz="1800" b="0">
                <a:solidFill>
                  <a:srgbClr val="282828"/>
                </a:solidFill>
                <a:latin typeface="Source Han Sans CN"/>
              </a:rPr>
              <a:t>如果必须法律说明其实文件来源.非常主要记者开发不过基本生活.质量其实作品可能记者因此.怎么如何能够通过推荐之间.我们功能软件汽车.教育软件解决详细设计合作.商品关系一些目前.喜欢单位人员状态.很多的话支持方法.所以城市数据是否.发现要求所以发布结果一直新闻.完全两个觉得其中.认为中文他的今天喜欢实现为了更多.客户只要日期需要.</a:t>
            </a:r>
          </a:p>
          <a:p>
            <a:pPr algn="l"/>
            <a:r>
              <a:rPr sz="1800" b="0">
                <a:solidFill>
                  <a:srgbClr val="282828"/>
                </a:solidFill>
                <a:latin typeface="Source Han Sans CN"/>
              </a:rPr>
              <a:t>作品本站可是.评论不断要求之后没有的话安全.最大没有投资一种.出现进行的是.应该相关次数名称能力深圳其中.业务规定文章中文浏览.国际企业国际必须.能够选择一个增加中心.作者国家国家注册今年发生.音乐帮助科技组织.有些下载市场特别怎么登录游戏.学生不是直接计划喜欢电话学生作者.当前有限原因功能地址.客户部门数据主要深圳不过这里.大小如果成功留言历史这里.通过搜索状态不同原因作者.她的网络技术一下时间电影你们一点.男人那么看到方法.感觉虽然以下.其实自己继续.内容最大得到是否决定环境.软件技术目前本站活动地区国家.今天内容一般资料价格大学显示.搜索我们而且一定朋友.</a:t>
            </a:r>
          </a:p>
          <a:p>
            <a:pPr algn="l"/>
            <a:r>
              <a:rPr sz="1800" b="0">
                <a:solidFill>
                  <a:srgbClr val="282828"/>
                </a:solidFill>
                <a:latin typeface="Source Han Sans CN"/>
              </a:rPr>
              <a:t>下载作为工具评论一些没有.要求汽车时候那个等级.感觉东西业务行业.表示能够论坛起来一下进入广告推荐.显示电子为了深圳本站图片大学.地区设计这样为什决定.处理一下很多决定只是.东西然后到了.北京服务发布主题重要注意提供能力.首页阅读全国在线项目阅读国家.本站一定由于可能.不是如何以上直接.现在程序注册行业.一定浏览发表公司时候地区.其实国际帖子.科技可能功能起来完全时候完全.已经中文记者方法不过各种朋友.方法说明大学发生完成关系.设计当然政府帖子感觉.这是报告谢谢来源我们设备特别.说明回复销售能够生活网站.</a:t>
            </a:r>
          </a:p>
          <a:p>
            <a:pPr algn="l"/>
            <a:r>
              <a:rPr sz="1800" b="0">
                <a:solidFill>
                  <a:srgbClr val="282828"/>
                </a:solidFill>
                <a:latin typeface="Source Han Sans CN"/>
              </a:rPr>
              <a:t>地方阅读关系或者.就是投资选择显示大小如何语言.这里基本作者之间位置单位进入游戏.来源应用只要朋友企业你们组织.不要决定这些管理日期继续.设计关于基本.解决规定那个自己.东西公司他们主题支持全部销售认为.介绍如何不过一定.质量情况发生应用来源标准搜索软件.到了投资上海完成历史原因认为.方式然后作为环境.以上品牌必须研究一点中文深圳.提高感觉因此以上本站事情生产.为了以及如果点击.</a:t>
            </a:r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2800" b="1">
                <a:solidFill>
                  <a:srgbClr val="143C78"/>
                </a:solidFill>
                <a:latin typeface="Source Han Sans CN"/>
              </a:rPr>
              <a:t>Faker 段落集 27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algn="l"/>
            <a:r>
              <a:rPr sz="1800" b="0">
                <a:solidFill>
                  <a:srgbClr val="282828"/>
                </a:solidFill>
                <a:latin typeface="Source Han Sans CN"/>
              </a:rPr>
              <a:t>一下环境开始客户发生.出现我们专业而且上海.作者孩子责任政府.女人搜索人民解决文章社会点击.那个我们合作一直.以后喜欢同时事情过程.电脑网上情况方面如此密码男人上海.位置为了免费如果只要.对于历史感觉孩子原因音乐但是.用户喜欢分析自己价格一定帮助.音乐需要社会我们.标题一种选择.发生为什直接经验部门有限.</a:t>
            </a:r>
          </a:p>
          <a:p>
            <a:pPr algn="l"/>
            <a:r>
              <a:rPr sz="1800" b="0">
                <a:solidFill>
                  <a:srgbClr val="282828"/>
                </a:solidFill>
                <a:latin typeface="Source Han Sans CN"/>
              </a:rPr>
              <a:t>推荐成为开发进入使用.系统组织自己那么帖子那个不能.不能大学行业情况投资还有图片.经营包括各种下载这些由于.经验非常语言威望文章过程部分.而且只有世界学生简介报告发布.经营一切最新事情起来.发现为了项目发布行业如何感觉.公司个人项目深圳.介绍参加她的提供责任上海.生活还有搜索历史发现怎么如果投资.说明不能点击已经.质量一种威望价格回复生活选择.发展科技你的文章全部报告.喜欢那么文化.地址关于部门.说明因为大小专业世界还是.发生社会资料行业来自.电子如此服务看到.关系名称谢谢.上海之后根据成为组织管理这里.正在所以到了精华信息起来什么由于.其他搜索等级电影出来人民.因为不过国内方式关系网络他的而且.</a:t>
            </a:r>
          </a:p>
          <a:p>
            <a:pPr algn="l"/>
            <a:r>
              <a:rPr sz="1800" b="0">
                <a:solidFill>
                  <a:srgbClr val="282828"/>
                </a:solidFill>
                <a:latin typeface="Source Han Sans CN"/>
              </a:rPr>
              <a:t>游戏发布成为联系情况自己.自己类型责任使用那个发现.结果只是你们这样.不是重要组织国家到了.女人学生虽然建设标准.一种之间她的一定.不同而且电话搜索决定说明重要的是.评论过程表示.最大作者企业研究.发表责任可能很多介绍操作提高汽车.正在可是社区市场还有是否最大.建设地区控制首页她的状态.等级搜索电子工具.发现语言发现女人电脑设备.如此社区城市世界.不断来源一直这是.部分其实应用一点.</a:t>
            </a:r>
          </a:p>
          <a:p>
            <a:pPr algn="l"/>
            <a:r>
              <a:rPr sz="1800" b="0">
                <a:solidFill>
                  <a:srgbClr val="282828"/>
                </a:solidFill>
                <a:latin typeface="Source Han Sans CN"/>
              </a:rPr>
              <a:t>时间数据发生方法不同需要.直接类别学习对于同时解决.根据介绍资源一个制作那么.大学查看电子一定显示不断.直接通过由于之后.主要到了企业销售部分问题联系.处理信息为了控制所以这些过程所有.也是技术增加组织信息你的空间.一起分析很多积分.手机说明世界系统.公司产品一点阅读责任能够因为.不断责任操作最新.这些发布个人工程两个包括.科技建设时候设备.广告电子经验服务完成你们当前.地方必须行业音乐准备.名称怎么我们这种.我的不同参加解决历史这些.非常主要处理社会空间工具.能力电脑法律都是经济觉得.电影实现是一以下.直接你们还是处理质量一直研究.之后关于以后全国回复.如果活动广告科技进入根据.帖子首页已经因为今年留言我们.</a:t>
            </a:r>
          </a:p>
          <a:p>
            <a:pPr algn="l"/>
            <a:r>
              <a:rPr sz="1800" b="0">
                <a:solidFill>
                  <a:srgbClr val="282828"/>
                </a:solidFill>
                <a:latin typeface="Source Han Sans CN"/>
              </a:rPr>
              <a:t>论坛只是产品控制大学.解决喜欢要求.更多中国市场用户现在.这里那个发表组织支持有限.有关两个分析看到提供.游戏政府能够会员一样.虽然起来汽车大小深圳应该一定.如果汽车免费免费也是实现.方面中国开发注意社会标准法律.销售原因方面这些因此社区.搜索地址说明中心结果需要.专业作者是否就是为什.一些这些方式.地方电话有限.过程时间能力社会点击学生.只要在线成功拥有部分能力系统准备.汽车由于关于认为最新.然后一定一直操作等级简介知道作品.价格建设出现技术今年.软件注意这是更新.阅读部分非常结果相关工程.以后来自设备有些.</a:t>
            </a:r>
          </a:p>
          <a:p>
            <a:pPr algn="l"/>
            <a:r>
              <a:rPr sz="1800" b="0">
                <a:solidFill>
                  <a:srgbClr val="282828"/>
                </a:solidFill>
                <a:latin typeface="Source Han Sans CN"/>
              </a:rPr>
              <a:t>特别合作不过男人处理必须更多.提高深圳全部没有大小很多.今年大学具有朋友解决之后是否.决定自己男人情况类别大小.汽车这些工作一次分析政府.文化不能制作因此一样为什注册.主要比较只要文化.制作方式方面会员.留言免费安全.以下音乐一直也是同时日期起来.主题标题方法内容时间然后.影响通过查看包括.加入工程为什经济.搜索个人看到根据.城市用户以下很多.威望推荐不过注意.还有不过文件.管理可能觉得最后出来.品牌时间到了当前.</a:t>
            </a:r>
          </a:p>
          <a:p>
            <a:pPr algn="l"/>
            <a:r>
              <a:rPr sz="1800" b="0">
                <a:solidFill>
                  <a:srgbClr val="282828"/>
                </a:solidFill>
                <a:latin typeface="Source Han Sans CN"/>
              </a:rPr>
              <a:t>方法注意行业只是登录.发展的话留言事情.品牌规定使用下载起来.应该具有文件现在一点关系.这么责任阅读发表女人作为.自己帮助登录软件出来时候人员.其中开始我的价格这种帖子.网站系列图片系统安全最新国际但是.主题这些东西而且.那么来源如此.专业研究但是文化当然不同.一次网上科技责任感觉次数所有.也是方面方面要求可以决定比较.成功东西商品成为位置投资方式提高.精华有些今年他的.一下阅读分析语言所以阅读.都是个人威望研究今天而且.</a:t>
            </a:r>
          </a:p>
          <a:p>
            <a:pPr algn="l"/>
            <a:r>
              <a:rPr sz="1800" b="0">
                <a:solidFill>
                  <a:srgbClr val="282828"/>
                </a:solidFill>
                <a:latin typeface="Source Han Sans CN"/>
              </a:rPr>
              <a:t>点击程序选择.服务不同在线原因建设上海系统不同.发表地区价格你的网站.成为在线位置但是法律电子必须.准备美国精华其实当然文章.记者工程没有品牌女人.安全如何所有正在能力关系.一点完全出来到了.学习文化学校活动学习.虽然一次以及来源文件如果质量.他的评论报告拥有网站电影.资料有关什么他的文化只要.不断信息计划搜索出现各种客户.计划社区全部直接美国投资.还有经营她的是否品牌会员实现.包括拥有游戏回复各种合作发现.孩子作为觉得那个学习网站.</a:t>
            </a:r>
          </a:p>
          <a:p>
            <a:pPr algn="l"/>
            <a:r>
              <a:rPr sz="1800" b="0">
                <a:solidFill>
                  <a:srgbClr val="282828"/>
                </a:solidFill>
                <a:latin typeface="Source Han Sans CN"/>
              </a:rPr>
              <a:t>出现一样运行孩子以后成为.电影运行当前一个手机.关系资源那么.技术到了浏览日期.世界精华开发今天问题.工程可是重要类型最大.人员本站希望没有什么.下载工程对于目前次数对于之后知道.部门基本朋友政府必须正在你们.还有是否作为.深圳学习那么特别解决不同.因此拥有主题.控制要求价格准备.生活信息不断相关只有资料日期.起来全部方面类型实现当前大家.今天朋友两个是一当然.这种行业能力产品表示.能够应用作品解决有限.有限方面学校只有.阅读是一详细关系社会电子美国.日本文章专业以及.这样这里以上图片有限单位.今天内容非常之间网站我的.新闻免费销售进入.我的情况手机电子大小状态.一下网站出现但是.</a:t>
            </a:r>
          </a:p>
          <a:p>
            <a:pPr algn="l"/>
            <a:r>
              <a:rPr sz="1800" b="0">
                <a:solidFill>
                  <a:srgbClr val="282828"/>
                </a:solidFill>
                <a:latin typeface="Source Han Sans CN"/>
              </a:rPr>
              <a:t>阅读教育程序系统.应用这些发生根据感觉就是.根据今天积分其实他们可是然后方法.项目一种项目.联系有关只要比较游戏图片.这是介绍以及.之间价格为什可能出来提高如何各种.环境我的城市公司时间空间.学习根据浏览运行资料.不能女人发表.根据结果不是深圳.论坛时候之后这样电子关系成为.发现地址作者发布结果.一样点击位置知道能够不是显示.包括有关生活过程以下进入.男人程序知道.</a:t>
            </a:r>
          </a:p>
          <a:p>
            <a:pPr algn="l"/>
            <a:r>
              <a:rPr sz="1800" b="0">
                <a:solidFill>
                  <a:srgbClr val="282828"/>
                </a:solidFill>
                <a:latin typeface="Source Han Sans CN"/>
              </a:rPr>
              <a:t>以上精华中国能力有关对于.运行标题需要是一解决.计划作品密码相关谢谢无法留言.一点名称那么企业.价格本站科技直接企业游戏.为了来源起来.部门报告以后大学应用威望任何.点击的话最新大学个人.根据日期产品任何谢谢其中运行.深圳我的显示实现责任.很多但是你的.完成孩子已经免费状态一下自己.应用北京谢谢免费状态市场根据计划.组织有些基本系统原因那么更新.报告市场正在那些.得到方法非常现在提供开始.男人男人商品说明来源比较.品牌的话全部现在看到通过图片.资源说明表示.资料相关其中最大人员.</a:t>
            </a:r>
          </a:p>
          <a:p>
            <a:pPr algn="l"/>
            <a:r>
              <a:rPr sz="1800" b="0">
                <a:solidFill>
                  <a:srgbClr val="282828"/>
                </a:solidFill>
                <a:latin typeface="Source Han Sans CN"/>
              </a:rPr>
              <a:t>成功有限法律成为业务公司.日本留言不要政府.加入实现以及一点今天两个孩子.没有关于大小免费内容这种广告.状态手机发生直接自己.学生学生知道系统相关关系其实资源.会员标题关于.在线主题运行汽车操作国内计划.国家发表时候专业准备.相关无法类别非常.发布电子学生.软件可以要求安全标题.</a:t>
            </a:r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2800" b="1">
                <a:solidFill>
                  <a:srgbClr val="143C78"/>
                </a:solidFill>
                <a:latin typeface="Source Han Sans CN"/>
              </a:rPr>
              <a:t>Faker 段落集 28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algn="l"/>
            <a:r>
              <a:rPr sz="1800" b="0">
                <a:solidFill>
                  <a:srgbClr val="282828"/>
                </a:solidFill>
                <a:latin typeface="Source Han Sans CN"/>
              </a:rPr>
              <a:t>那个程序地区你们同时.密码评论安全不是可能选择.国际主要方法美国.东西电话他们文件起来文章可以记者.提供部门日本网络.单位当然法律可能支持.积分游戏有限成功显示.怎么任何今年工作注意不过.图片学校来自品牌活动拥有可以.工程之后计划自己可以计划.资料电话简介是否在线.如此开发没有类别行业.而且更多工具时间.功能然后特别社会处理中文男人.注意时间报告已经.问题音乐网站全国社区.企业的话次数人民.正在注意自己专业不同.这是电话不是标题目前因此销售.所以查看系列实现广告这是报告.网站因此这里正在主题.</a:t>
            </a:r>
          </a:p>
          <a:p>
            <a:pPr algn="l"/>
            <a:r>
              <a:rPr sz="1800" b="0">
                <a:solidFill>
                  <a:srgbClr val="282828"/>
                </a:solidFill>
                <a:latin typeface="Source Han Sans CN"/>
              </a:rPr>
              <a:t>记者内容来源.谢谢网站标题电脑喜欢次数国家.次数都是当前活动这些基本什么表示.各种以下觉得合作孩子控制汽车.认为你的这个内容世界.出来管理最后控制.或者感觉法律怎么一点都是.标题中国单位作品使用时间社会.一种加入完全方法.报告一样来自直接设计需要.最后任何控制手机.主题认为发布今天生产浏览.希望不会最新建设我们.成功价格组织您的这么管理.国家之间是一一般发现.为什而且功能时间关于音乐.操作学习下载手机.只有文章系列次数必须.</a:t>
            </a:r>
          </a:p>
          <a:p>
            <a:pPr algn="l"/>
            <a:r>
              <a:rPr sz="1800" b="0">
                <a:solidFill>
                  <a:srgbClr val="282828"/>
                </a:solidFill>
                <a:latin typeface="Source Han Sans CN"/>
              </a:rPr>
              <a:t>所以登录就是.之后你们自己.学生这些质量时候计划那么.可能或者一点帮助语言可是.合作起来应该工程中文今天根据.不过研究作品关系.那个标准应该地区.开发自己男人文章联系表示.你的应用深圳应用质量.设计控制没有你们很多也是事情行业.看到日期发表.品牌记者出现介绍.社区感觉很多开发.用户文件如此评论.就是认为增加空间我们.环境国家系列本站浏览.看到销售留言这样音乐现在电脑.作为投资因为继续.不要服务还是男人看到活动.提供拥有主题.管理北京而且广告运行质量广告.同时在线没有发表如果.经验组织社会品牌广告信息学生登录.积分已经无法发展.继续位置一点中国完全.</a:t>
            </a:r>
          </a:p>
          <a:p>
            <a:pPr algn="l"/>
            <a:r>
              <a:rPr sz="1800" b="0">
                <a:solidFill>
                  <a:srgbClr val="282828"/>
                </a:solidFill>
                <a:latin typeface="Source Han Sans CN"/>
              </a:rPr>
              <a:t>技术当前时候等级更新.登录因为东西能力成功发布帖子.详细出现如何有限一起是否.标题制作能力世界.首页一样都是成功那么需要程序.为什商品工作报告用户两个行业.一直您的电子注意.可能商品有限.报告回复来自男人.软件应用支持之间.看到也是特别女人不过.项目支持不是最大大家她的.文章非常希望.生产电脑信息科技非常工作技术.全部因此具有你们不断一起.联系自己感觉得到在线.最大公司如何软件知道网上.一切加入所有数据日期来源孩子.下载这里部门首页东西.能力起来过程结果都是过程公司.北京其他游戏发现.注意一直作为一般.行业文化控制学生目前完全.投资那些威望结果.组织根据主要.日本经验还是主题解决你的方面.</a:t>
            </a:r>
          </a:p>
          <a:p>
            <a:pPr algn="l"/>
            <a:r>
              <a:rPr sz="1800" b="0">
                <a:solidFill>
                  <a:srgbClr val="282828"/>
                </a:solidFill>
                <a:latin typeface="Source Han Sans CN"/>
              </a:rPr>
              <a:t>大小生产根据日本进行电话系统.她的提供相关那个.继续很多任何新闻不同威望.工程日期虽然如果您的基本朋友.可以新闻客户生活全国地址人员.知道价格目前空间出来不断.业务本站工作事情直接.原因重要简介质量.这个一样这个选择.中国历史组织以下控制能够.系统城市文章发布这里全部语言一直.如果成为教育这样表示自己如此.今年部分不能成为操作资料完成.成为美国为了不断一种应用.时候软件美国.其实学习得到功能他们任何.责任有关可能只要.目前历史还是会员技术业务.教育浏览工程积分操作成功.增加帖子会员帮助.东西系统用户然后以后时候.两个电子那个任何注意朋友大小.实现质量开发责任品牌知道评论.开发免费可是经营你的根据更新.作为标题社会出现应用不是不会留言.</a:t>
            </a:r>
          </a:p>
          <a:p>
            <a:pPr algn="l"/>
            <a:r>
              <a:rPr sz="1800" b="0">
                <a:solidFill>
                  <a:srgbClr val="282828"/>
                </a:solidFill>
                <a:latin typeface="Source Han Sans CN"/>
              </a:rPr>
              <a:t>这样单位原因首页那么工程联系位置.解决程序市场计划事情.支持其实时间人民投资.可能报告你们有关.到了一些数据非常.网站参加最新一直进入直接.还是今天工作科技软件.建设说明免费只要.主要成为网络以及你们.系列这么简介她的.出现网络质量目前所有.音乐已经只有一下.感觉只有销售制作这么.浏览文章之间是一有关.结果相关点击管理.一般商品如此.位置这样网上.中国行业生活功能还有那么.</a:t>
            </a:r>
          </a:p>
          <a:p>
            <a:pPr algn="l"/>
            <a:r>
              <a:rPr sz="1800" b="0">
                <a:solidFill>
                  <a:srgbClr val="282828"/>
                </a:solidFill>
                <a:latin typeface="Source Han Sans CN"/>
              </a:rPr>
              <a:t>现在信息国内那么推荐以及.虽然只有准备正在.免费历史只有只有什么这些进行.没有公司人民文章影响之间关系.历史专业地方她的两个提高社区.开始技术对于中文当然就是加入.类型不会今天密码品牌法律学习.开始公司希望文化国家.信息我的只是因此可以历史.责任法律公司主题那个时间提供.我的系统当前能力.这么发布还是可能.这是大家不是等级希望生产不能.地址软件选择空间发生浏览.</a:t>
            </a:r>
          </a:p>
          <a:p>
            <a:pPr algn="l"/>
            <a:r>
              <a:rPr sz="1800" b="0">
                <a:solidFill>
                  <a:srgbClr val="282828"/>
                </a:solidFill>
                <a:latin typeface="Source Han Sans CN"/>
              </a:rPr>
              <a:t>作品数据可是.一个软件最新阅读为什的是.作者一些当前生产这个语言.类别部分的话.浏览来源更新新闻以后专业.重要过程无法.准备研究学校新闻什么地区之间.需要社会汽车部分.生活社会单位技术中文处理投资.学生这个今天这里之间国家大家.政府出来状态学生最新质量社区.建设一切如果直接显示.以后部门评论重要完全这个工程必须.一起留言介绍应用.安全决定提高根据音乐自己可以.应用各种都是非常.在线今天参加.今年之后谢谢.我的客户进行正在一个广告语言.能够而且行业一下标题音乐生活.之后谢谢北京这个出现.工程中国使用信息正在处理.完全用户提供.有关国际投资系列介绍发表之后成功.经济以上知道不要实现上海.一次特别经验或者名称.实现单位我们谢谢发布作者积分.</a:t>
            </a:r>
          </a:p>
          <a:p>
            <a:pPr algn="l"/>
            <a:r>
              <a:rPr sz="1800" b="0">
                <a:solidFill>
                  <a:srgbClr val="282828"/>
                </a:solidFill>
                <a:latin typeface="Source Han Sans CN"/>
              </a:rPr>
              <a:t>设备关系成功单位大学广告.联系一切类型大家网上全部之后.广告工具方法非常市场中心建设非常.登录正在计划学生.系列关系继续.程序音乐信息重要.控制教育希望看到自己.公司如果网站报告类型资源.结果新闻更多我的无法地区方法.来自一起为什.不断觉得报告联系比较.时间密码实现一下搜索网站制作.名称最大作为这种而且完全日本.然后解决设备可以电影安全.安全事情发生孩子世界客户中国.作者价格支持这么部门为什正在.或者这种关于显示用户工具详细没有.所有用户使用他的那么以后详细.能够电影如果用户客户.价格只要其他.新闻不断研究地区你的一定.世界网络项目参加价格内容.一种进入电影可能电话原因.包括不同发表是否那么公司历史.提供但是事情之间点击.正在控制电子你的.</a:t>
            </a:r>
          </a:p>
          <a:p>
            <a:pPr algn="l"/>
            <a:r>
              <a:rPr sz="1800" b="0">
                <a:solidFill>
                  <a:srgbClr val="282828"/>
                </a:solidFill>
                <a:latin typeface="Source Han Sans CN"/>
              </a:rPr>
              <a:t>各种有些可能用户通过事情.系统开始觉得只要.设备其他工具全国.时间然后作者注意.名称全国的话情况.喜欢的话在线以及.业务实现很多人民标准.经营留言更多一次.等级喜欢那些由于.留言当前准备各种全部制作注意.得到过程女人这里.情况运行运行.其中所有我们发生.电影成功过程喜欢任何由于其他所有.表示大家上海其实来自包括信息注意.积分关系正在.日期环境控制之后.标准一样控制当然电影技术资料.所以不会发展虽然浏览用户.</a:t>
            </a:r>
          </a:p>
          <a:p>
            <a:pPr algn="l"/>
            <a:r>
              <a:rPr sz="1800" b="0">
                <a:solidFill>
                  <a:srgbClr val="282828"/>
                </a:solidFill>
                <a:latin typeface="Source Han Sans CN"/>
              </a:rPr>
              <a:t>他们报告结果.觉得全国大小推荐.语言提高没有威望.决定来自一个选择自己.浏览搜索你们分析现在问题.文章帮助合作状态部分项目.学校销售一点结果全部.自己起来情况这种中心内容经营.不要还是业务电子时间文化.登录出现使用当前应用经济记者.标题城市电影选择重要孩子通过.你的东西无法.正在法律提供信息.注意运行一次过程.以后控制次数电话地区.</a:t>
            </a:r>
          </a:p>
          <a:p>
            <a:pPr algn="l"/>
            <a:r>
              <a:rPr sz="1800" b="0">
                <a:solidFill>
                  <a:srgbClr val="282828"/>
                </a:solidFill>
                <a:latin typeface="Source Han Sans CN"/>
              </a:rPr>
              <a:t>社会成为市场任何不过同时孩子.自己解决城市电子学校客户.规定或者如此很多.男人信息操作.出现会员任何网上.因为管理虽然这种今天这个评论.结果技术不断参加包括.解决等级不会系统文化.作为电子网络地址教育音乐.质量觉得生活汽车等级拥有以后历史.今年简介网站在线.广告要求得到谢谢.单位资源自己大家用户相关.完成一下之间留言进行推荐.</a:t>
            </a:r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2800" b="1">
                <a:solidFill>
                  <a:srgbClr val="143C78"/>
                </a:solidFill>
                <a:latin typeface="Source Han Sans CN"/>
              </a:rPr>
              <a:t>Faker 段落集 29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algn="l"/>
            <a:r>
              <a:rPr sz="1800" b="0">
                <a:solidFill>
                  <a:srgbClr val="282828"/>
                </a:solidFill>
                <a:latin typeface="Source Han Sans CN"/>
              </a:rPr>
              <a:t>数据希望完成论坛特别学习问题.建设功能完全内容文化.解决时候科技部分.注意联系有限质量参加.世界回复今年不过.得到提供过程.成为一样地方管理大家技术.资源直接详细.名称网站更多公司.发布科技企业时候有限包括那么.完成免费搜索报告到了为了电子.简介精华这些会员个人.重要你的查看次数一种.活动以上的人成为投资地区.包括计划政府设计问题对于.标题地区服务经营市场.教育发布历史专业得到手机全国.中心记者通过评论提供情况以后时间.有些以下起来加入同时只是不断.大家网络商品一直表示开发市场软件.中文有限用户等级感觉出来.时候电话当前很多.电子只是类型.制作他的信息可以系统.地区系统联系开发新闻.阅读各种直接重要那么出现.空间不过知道简介特别.不是日期广告价格他的.</a:t>
            </a:r>
          </a:p>
          <a:p>
            <a:pPr algn="l"/>
            <a:r>
              <a:rPr sz="1800" b="0">
                <a:solidFill>
                  <a:srgbClr val="282828"/>
                </a:solidFill>
                <a:latin typeface="Source Han Sans CN"/>
              </a:rPr>
              <a:t>发现详细业务.服务注意帖子介绍主题一定详细男人.如何朋友一下你们朋友因为.工作时候空间系统.可以能力的是电子看到那个.自己以后以上市场.女人这样今天规定今天目前问题.电影人员销售发现进行.决定当然推荐而且就是.要求希望增加显示如此.今天主题那个地方这里.质量首页国内这些品牌业务无法.</a:t>
            </a:r>
          </a:p>
          <a:p>
            <a:pPr algn="l"/>
            <a:r>
              <a:rPr sz="1800" b="0">
                <a:solidFill>
                  <a:srgbClr val="282828"/>
                </a:solidFill>
                <a:latin typeface="Source Han Sans CN"/>
              </a:rPr>
              <a:t>公司以后全部中心.任何文件学生活动项目包括.然后文章表示过程两个.应该公司开发女人设备.应用时候手机如此关系生产本站.不同一直全部留言.以下管理选择来源的是.上海首页比较工作.而且学校控制这么.留言朋友发现国际一直工程当前之后.日期状态出来生产同时.以上具有类型.</a:t>
            </a:r>
          </a:p>
          <a:p>
            <a:pPr algn="l"/>
            <a:r>
              <a:rPr sz="1800" b="0">
                <a:solidFill>
                  <a:srgbClr val="282828"/>
                </a:solidFill>
                <a:latin typeface="Source Han Sans CN"/>
              </a:rPr>
              <a:t>社区一些电脑感觉显示.全国注册推荐企业介绍都是.企业是否功能企业很多.你的发生之间推荐实现类型.中文欢迎日本出现投资现在.情况专业数据一种文章名称.男人制作这是起来生产无法.音乐安全说明行业客户单位.所以觉得方式.时间以下质量男人地址.精华联系工作目前.政府直接美国政府威望.内容电话查看这些管理世界关系.</a:t>
            </a:r>
          </a:p>
          <a:p>
            <a:pPr algn="l"/>
            <a:r>
              <a:rPr sz="1800" b="0">
                <a:solidFill>
                  <a:srgbClr val="282828"/>
                </a:solidFill>
                <a:latin typeface="Source Han Sans CN"/>
              </a:rPr>
              <a:t>两个得到留言进入日期文件.报告的人比较来源我的只是.所以特别他的企业.喜欢国际事情中国.所以是否使用软件文化搜索没有.空间一般正在说明程序.行业或者就是这个浏览显示.提高新闻如果有些产品价格.不是需要社区关系.发生简介感觉表示作者只是.进入计划安全发布业务部门一定.主要而且开始成为有些这种.中文商品这是新闻以上单位投资介绍.推荐她的更多.那个美国人员以下中文.一点不断都是不能注意全国电话.可是他们到了之间制作国内.企业文件可以类别地方方式业务学校.</a:t>
            </a:r>
          </a:p>
          <a:p>
            <a:pPr algn="l"/>
            <a:r>
              <a:rPr sz="1800" b="0">
                <a:solidFill>
                  <a:srgbClr val="282828"/>
                </a:solidFill>
                <a:latin typeface="Source Han Sans CN"/>
              </a:rPr>
              <a:t>之间准备说明.点击质量欢迎简介.事情网上论坛然后喜欢.行业地方网站准备运行.可以次数结果.朋友发布的话教育研究大小然后.音乐应用活动选择电子日期.这些这么位置.这么发布继续所以在线那个情况还是.产品不是简介建设回复你的有关实现.人民单位项目男人认为这么正在.一切作为非常可以.等级拥有生活.作为次数联系不是学习这样.发布建设过程其他.以及资料类别系列然后不同.以及阅读成为产品.当然推荐选择原因.应用登录有关方法有些.空间具有投资就是之后密码论坛评论.增加非常是一.介绍个人更多完成人民.以上原因游戏.是否国内不断人民.关系一个这种详细支持教育时间.登录位置通过全部.加入制作网站方面到了欢迎开发.</a:t>
            </a:r>
          </a:p>
          <a:p>
            <a:pPr algn="l"/>
            <a:r>
              <a:rPr sz="1800" b="0">
                <a:solidFill>
                  <a:srgbClr val="282828"/>
                </a:solidFill>
                <a:latin typeface="Source Han Sans CN"/>
              </a:rPr>
              <a:t>来自评论发现中文处理留言.数据全国发布学生我们基本孩子人员.一样文化成功觉得项目服务可能.或者城市发生经营威望.方法作者正在简介学习以后作者女人.次数这种登录所以安全威望.软件不会解决女人一直.推荐有关成为生产过程阅读的是.控制选择一样选择.来源可是那个项目资源.下载或者作为资料你们.实现方法开发建设电话人员.威望电影密码简介一下大小觉得.操作国内之间系统查看一样社会报告.留言所以过程开始您的行业进入内容.正在美国无法.这样工作投资业务更多.看到深圳功能企业.欢迎一起这么他们.合作详细相关完成说明.音乐操作目前但是资源一点价格但是.一些学生过程程序大家实现报告原因.如何解决进行.</a:t>
            </a:r>
          </a:p>
          <a:p>
            <a:pPr algn="l"/>
            <a:r>
              <a:rPr sz="1800" b="0">
                <a:solidFill>
                  <a:srgbClr val="282828"/>
                </a:solidFill>
                <a:latin typeface="Source Han Sans CN"/>
              </a:rPr>
              <a:t>已经评论自己关系说明.安全最后更多没有工程相关数据.下载支持更新全国根据感觉等级.系列这是他的回复发展今天政府.类别进行一点系列首页.认为出来计划自己包括音乐任何.虽然今天大家.这里单位控制正在帮助推荐以下.系统资源国际应该管理其中下载本站.拥有标题一般主要什么日本一些.法律记者方面两个作为还是之后.单位影响发展情况.电脑以后价格重要研究专业.事情语言社区出来觉得希望方法.欢迎可以不同之后.一下大家目前.这些正在基本次数法律支持.一起责任位置能够情况行业以及游戏.选择应该评论而且非常.</a:t>
            </a:r>
          </a:p>
          <a:p>
            <a:pPr algn="l"/>
            <a:r>
              <a:rPr sz="1800" b="0">
                <a:solidFill>
                  <a:srgbClr val="282828"/>
                </a:solidFill>
                <a:latin typeface="Source Han Sans CN"/>
              </a:rPr>
              <a:t>出来以后文化准备品牌全国查看.国际应该女人社会.全部关于用户联系不过部分行业使用.点击状态作品工作之间文件如何.认为继续的是.销售数据相关而且一切软件发现.认为处理系统之间.人员选择之后为什控制论坛.责任来自计划到了相关.不是有限因此发表对于支持经济.而且认为什么地区技术.搜索为什发展开始一点.行业一个时候.也是资源作为过程自己包括服务.怎么的话女人大家类型.今天表示游戏为了一些电子.解决或者如果经济当前不会今天.研究这么阅读次数环境朋友.只要部门最大精华.新闻阅读制作的是如何一起.目前关系游戏品牌.系列这个阅读当然一点网站.游戏什么这些等级全国完全自己.工具但是参加公司对于说明行业.</a:t>
            </a:r>
          </a:p>
          <a:p>
            <a:pPr algn="l"/>
            <a:r>
              <a:rPr sz="1800" b="0">
                <a:solidFill>
                  <a:srgbClr val="282828"/>
                </a:solidFill>
                <a:latin typeface="Source Han Sans CN"/>
              </a:rPr>
              <a:t>方法学生显示使用.国内客户系统组织业务.研究来自这些网站美国.项目更新网站类型联系位置.一直认为自己全国.认为下载作为记者决定朋友东西.他的学生不是以后.还有标准管理要求中心决定.有限世界建设那些还有以上.系列政府以后情况社区还是那个文件.一下以及学习包括公司.资料程序成功功能.所以直接选择登录.情况完全经验网站.方法一直技术.目前汽车主题情况国际电脑一次.当前单位联系本站文件.的人资源因此起来学生.会员中国因此解决帖子建设这么时间.规定汽车通过得到孩子不断.下载文化就是密码报告联系科技.管理其他基本是一发生学生.类别所以资源实现.大学下载质量设计.</a:t>
            </a:r>
          </a:p>
          <a:p>
            <a:pPr algn="l"/>
            <a:r>
              <a:rPr sz="1800" b="0">
                <a:solidFill>
                  <a:srgbClr val="282828"/>
                </a:solidFill>
                <a:latin typeface="Source Han Sans CN"/>
              </a:rPr>
              <a:t>标准学校目前解决.如何操作资源地址加入教育.帖子那么最后能力.已经国家资料起来部门浏览.正在过程不过一起虽然她的.事情准备个人喜欢增加提高数据.还有市场系列城市包括进入文化.需要发布网站免费.市场游戏主题觉得网络欢迎.发布设计成为只是重要公司.程序学习已经产品这么这样有些.不要经营应用地方生活作为.产品影响我们详细因为人员不能专业.产品图片基本解决可能是否进入.一下非常工程有限.地方北京喜欢一样.点击您的选择人员销售.以下比较推荐能力最后怎么不断.详细评论全国社区具有内容之后这种.选择政府完全如此历史.</a:t>
            </a:r>
          </a:p>
          <a:p>
            <a:pPr algn="l"/>
            <a:r>
              <a:rPr sz="1800" b="0">
                <a:solidFill>
                  <a:srgbClr val="282828"/>
                </a:solidFill>
                <a:latin typeface="Source Han Sans CN"/>
              </a:rPr>
              <a:t>电子以及之后他们所以中国工作.一点联系只要的话.本站出现你的关系推荐一切电话.留言是一工程所有电脑.点击中文支持.有些操作学习广告.关于重要不会进入喜欢一些有限.其实国内说明欢迎用户.分析因为位置之间销售计划.很多有关不断是否深圳系统.之后电子资源管理.活动首页查看作为只是提供销售.为什根据欢迎而且用户国内主要.喜欢销售他们威望.数据单位解决今天进行积分学习操作.以及部门关于说明电话教育作为.一定出来那个工作无法其实威望.</a:t>
            </a: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2800" b="1">
                <a:solidFill>
                  <a:srgbClr val="143C78"/>
                </a:solidFill>
                <a:latin typeface="Source Han Sans CN"/>
              </a:rPr>
              <a:t>Faker 段落集 30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algn="l"/>
            <a:r>
              <a:rPr sz="1800" b="0">
                <a:solidFill>
                  <a:srgbClr val="282828"/>
                </a:solidFill>
                <a:latin typeface="Source Han Sans CN"/>
              </a:rPr>
              <a:t>发展记者经验次数制作美国开始.关于以下发展部门中心的人.进入因为为了单位出来今天以上.的是工作谢谢单位.的话论坛一下开发一切不同.行业服务完成这些.一种类别认为位置上海次数资源支持.状态推荐方式也是单位专业拥有.语言城市使用技术注意本站是一地址.发现目前现在电脑注意全部.希望国家所以标准网络这里能力.投资点击单位在线你们希望.留言类型深圳帖子评论.也是工具关于为了出现影响由于.国内以后参加继续.工程部门发布最后不是以上.合作查看这个得到发生目前.来自全国语言规定发表.</a:t>
            </a:r>
          </a:p>
          <a:p>
            <a:pPr algn="l"/>
            <a:r>
              <a:rPr sz="1800" b="0">
                <a:solidFill>
                  <a:srgbClr val="282828"/>
                </a:solidFill>
                <a:latin typeface="Source Han Sans CN"/>
              </a:rPr>
              <a:t>包括怎么虽然女人以下决定.根据朋友汽车说明显示.虽然因为行业过程.是一人员发现国家最新表示使用注册.所以情况应用不要主要.增加积分可能评论当前增加.这种那些销售新闻一下进入经济.也是虽然主要部门的是.无法加入这么问题进行深圳.人员免费上海完全部分.全国作为今年以及决定网络.活动如此要求研究商品法律生活.资料提供或者特别管理联系朋友有些.一直有限文件大学还是公司说明.美国系列其中.</a:t>
            </a:r>
          </a:p>
          <a:p>
            <a:pPr algn="l"/>
            <a:r>
              <a:rPr sz="1800" b="0">
                <a:solidFill>
                  <a:srgbClr val="282828"/>
                </a:solidFill>
                <a:latin typeface="Source Han Sans CN"/>
              </a:rPr>
              <a:t>电脑社区制作已经产品帮助.是一问题各种不会阅读包括最新.看到特别产品网站一种比较注意中国.类型完成制作她的使用位置经验.技术只是一次美国.软件手机软件要求不过这样价格.作品提供为了本站系统阅读最大.你的我们密码一样个人.这个责任基本谢谢评论个人.电子研究包括来自帮助首页然后.图片本站社会有关那个手机.成功发生大小积分.孩子看到方式网站看到需要支持来自.谢谢研究只是事情不同.一些世界任何部门国家单位状态登录.投资他们是一方面我的.</a:t>
            </a:r>
          </a:p>
          <a:p>
            <a:pPr algn="l"/>
            <a:r>
              <a:rPr sz="1800" b="0">
                <a:solidFill>
                  <a:srgbClr val="282828"/>
                </a:solidFill>
                <a:latin typeface="Source Han Sans CN"/>
              </a:rPr>
              <a:t>要求电脑日本怎么作品以下那么.认为免费国际会员北京人民.企业项目设计全部日期学校登录.作者希望阅读人员分析安全都是朋友.等级的是安全时候还有.的是拥有问题所以论坛是一作为.方法发布资源.国际进入也是感觉.运行国家可以安全相关合作城市.专业选择说明基本这些汽车.我的广告他的安全最新留言.文化如何地区浏览非常.地区品牌表示必须有关现在发布.作品有关就是资料威望.</a:t>
            </a:r>
          </a:p>
          <a:p>
            <a:pPr algn="l"/>
            <a:r>
              <a:rPr sz="1800" b="0">
                <a:solidFill>
                  <a:srgbClr val="282828"/>
                </a:solidFill>
                <a:latin typeface="Source Han Sans CN"/>
              </a:rPr>
              <a:t>一切很多这个控制.最大注册最新功能手机.还有北京有些您的制作您的以后电脑.谢谢时间比较决定当前正在你的.还是比较登录学校的是浏览.下载回复到了社会留言.如何增加而且客户只是显示.情况城市中国.如果有些什么状态联系开始.包括方法文章工作作为.作为什么发生标题方法.拥有根据知道简介还是这个.地区世界方法商品或者什么.发布目前我的通过一切数据而且.人员地区其他最后今年.广告名称帮助实现组织.网络还有有关品牌非常出现.所有服务事情继续.发生留言其实非常到了还是有限.语言详细用户活动显示是一.时候孩子关系科技工程状态.一个程序问题标准我的一点一定为什.东西文件汽车.看到参加投资那些必须非常.不能谢谢法律进行要求地区.</a:t>
            </a:r>
          </a:p>
          <a:p>
            <a:pPr algn="l"/>
            <a:r>
              <a:rPr sz="1800" b="0">
                <a:solidFill>
                  <a:srgbClr val="282828"/>
                </a:solidFill>
                <a:latin typeface="Source Han Sans CN"/>
              </a:rPr>
              <a:t>我的这个语言音乐因为的是关于.作为有些一般系统以及.介绍方法游戏留言学生关系希望学习.市场准备大小语言需要一个那个空间.全国行业这么只有.最新觉得那些今年这些生产应该.是否历史通过目前类别那么目前.提供精华那么生产.结果研究记者这种其实发表作者.注册就是一点手机虽然主题.阅读成为世界提供进行上海详细.必须也是东西评论目前.服务其中或者空间经验问题.内容公司这是基本.方式更多不断事情空间他们事情.的是拥有来自成功.技术最新地方地方评论人民.大家游戏完全朋友.以后应该安全这个方面现在一样比较.不同软件设计一般世界.个人位置都是继续以上.以上得到其他一种出现在线.事情他的可以中文.他的问题发现手机社会设计是一控制.下载一种建设记者品牌.类型日期登录工具运行设计.</a:t>
            </a:r>
          </a:p>
          <a:p>
            <a:pPr algn="l"/>
            <a:r>
              <a:rPr sz="1800" b="0">
                <a:solidFill>
                  <a:srgbClr val="282828"/>
                </a:solidFill>
                <a:latin typeface="Source Han Sans CN"/>
              </a:rPr>
              <a:t>表示我们两个参加电影.时候来源上海是一名称.对于那些只是.威望标题成功能力.部分发表一点准备政府完全设计.社区发展介绍免费基本记者.有关一般有限.专业美国觉得那么.增加可以空间不同北京结果查看.男人过程今年喜欢比较相关等级.的是一起这种一直商品.你们中文起来之后企业男人.作者北京完全市场包括.不能帮助准备这个类型.一下解决加入只是以上活动工具开发.全部同时自己方式系列.更多你的以上资料大小.相关大学你的事情.电话设备学校只有你的世界.一切如何社会研究.登录图片作者留言以后可是电话.搜索她的美国到了起来已经网站.中国网络东西来自主要中心网站.他们那个网络你的文化增加.要求只是下载重要这种自己时候所有.</a:t>
            </a:r>
          </a:p>
          <a:p>
            <a:pPr algn="l"/>
            <a:r>
              <a:rPr sz="1800" b="0">
                <a:solidFill>
                  <a:srgbClr val="282828"/>
                </a:solidFill>
                <a:latin typeface="Source Han Sans CN"/>
              </a:rPr>
              <a:t>中国密码教育.能力电子文化学习发生.全国同时一下.或者一次我们进行程序.方法还是大家规定注意语言只有.当前因为方式.以上是一发布品牌相关上海.原因通过不过学习标准国家其实留言.但是情况所以.经营准备计划下载但是发现.责任什么需要很多当前不能.起来表示选择希望经验.那么全部行业名称.今年规定最大北京联系一切.所以还是解决世界目前.日本人民男人功能可是.因为社区必须帖子.不断拥有那么解决因此那个只是.免费操作历史男人.大学注意只是应用选择可是.觉得世界虽然资料组织虽然.状态市场能够发展表示发展类型.现在准备手机这里自己.下载数据国际工程.</a:t>
            </a:r>
          </a:p>
          <a:p>
            <a:pPr algn="l"/>
            <a:r>
              <a:rPr sz="1800" b="0">
                <a:solidFill>
                  <a:srgbClr val="282828"/>
                </a:solidFill>
                <a:latin typeface="Source Han Sans CN"/>
              </a:rPr>
              <a:t>介绍你们支持人员不过女人品牌.必须学生因为点击人员出现.其中部分通过北京地址觉得.不同部分来自.用户只有只是需要控制一点.孩子一种如果有些只要项目开始登录.什么资料中文公司中国语言.设备要求为了资源由于发表.空间网上关于我们.最后欢迎那么电脑上海.那个首页起来所有之后中国.说明科技事情发现设计.国际大家全部.责任一切联系作者起来继续然后.一个内容北京.认为技术功能程序的人网站.</a:t>
            </a:r>
          </a:p>
          <a:p>
            <a:pPr algn="l"/>
            <a:r>
              <a:rPr sz="1800" b="0">
                <a:solidFill>
                  <a:srgbClr val="282828"/>
                </a:solidFill>
                <a:latin typeface="Source Han Sans CN"/>
              </a:rPr>
              <a:t>时间首页同时帖子.主题重要时间这个的人北京说明.实现直接能力公司上海.各种只有公司销售.不同知道过程完成空间等级世界积分.活动对于拥有欢迎.他的完全一样.也是大家的人还有事情.这个这种认为他们根据电脑社区.论坛系统认为的话自己根据.通过通过工作.文件如果论坛简介工具详细个人.一点之间教育深圳得到建设游戏.</a:t>
            </a:r>
          </a:p>
          <a:p>
            <a:pPr algn="l"/>
            <a:r>
              <a:rPr sz="1800" b="0">
                <a:solidFill>
                  <a:srgbClr val="282828"/>
                </a:solidFill>
                <a:latin typeface="Source Han Sans CN"/>
              </a:rPr>
              <a:t>更新是否发展注意评论.知道类别出来搜索作为参加.详细系统原因国内.因为安全那些设备看到其他.精华关系各种.注册为了详细正在方面.起来以及全国控制需要行业.资源他的您的谢谢需要工程成功.发布我的业务文章只要开发.来源其中在线其中积分.成为帖子部分进行朋友.注意状态能够法律浏览现在.其中免费推荐来源看到她的最后经验.作者政府发展可能.时候电子积分音乐.处理由于目前所有喜欢一点.活动服务帖子只要积分使用软件.最后一下注册地区次数浏览.世界的人程序注册孩子.建设制作专业制作.本站学校比较选择所有日期怎么.怎么责任注意我的.电脑我的记者解决北京.游戏一下客户的话研究.</a:t>
            </a:r>
          </a:p>
          <a:p>
            <a:pPr algn="l"/>
            <a:r>
              <a:rPr sz="1800" b="0">
                <a:solidFill>
                  <a:srgbClr val="282828"/>
                </a:solidFill>
                <a:latin typeface="Source Han Sans CN"/>
              </a:rPr>
              <a:t>完全那个出来积分上海.方面解决必须日期.您的发展对于状态标准公司.实现活动那些经济.然后人员联系设备信息阅读所有环境.的是大学工程广告文件出现音乐.方式个人行业有些人员文化.根据地区威望发表名称.之间空间直接以后.开发手机电脑您的不过不同.组织语言活动投资法律.以后法律非常一次最新今年情况规定.学校显示虽然自己决定服务.还有由于她的电子.作者表示方面发现查看发现直接人员.内容手机注意注意发现.我们根据结果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