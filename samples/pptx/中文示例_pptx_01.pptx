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43C78"/>
                </a:solidFill>
                <a:latin typeface="Source Han Sans CN"/>
              </a:rPr>
              <a:t>中文样本演示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282828"/>
                </a:solidFill>
                <a:latin typeface="Source Han Sans CN"/>
              </a:rPr>
              <a:t>中文样本文件库 · 思源黑体渲染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主题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现代物流体系的核心在于信息流与实物流的同步。仓库管理系统的每一次库存变动，都会触发订单系统、财务系统、运输调度系统的级联更新。任何环节的延迟都会导致整体吞吐量下降。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春日清晨，山间薄雾未散。一条石板小径从村口蜿蜒而上，穿过竹林与溪涧，最终抵达半山腰的旧茶亭。亭中立着一块石碑，字迹已模糊，只余“嘉庆”二字尚可辨认。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主题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现代物流体系的核心在于信息流与实物流的同步。仓库管理系统的每一次库存变动，都会触发订单系统、财务系统、运输调度系统的级联更新。任何环节的延迟都会导致整体吞吐量下降。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春日清晨，山间薄雾未散。一条石板小径从村口蜿蜒而上，穿过竹林与溪涧，最终抵达半山腰的旧茶亭。亭中立着一块石碑，字迹已模糊，只余“嘉庆”二字尚可辨认。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主题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现代物流体系的核心在于信息流与实物流的同步。仓库管理系统的每一次库存变动，都会触发订单系统、财务系统、运输调度系统的级联更新。任何环节的延迟都会导致整体吞吐量下降。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春日清晨，山间薄雾未散。一条石板小径从村口蜿蜒而上，穿过竹林与溪涧，最终抵达半山腰的旧茶亭。亭中立着一块石碑，字迹已模糊，只余“嘉庆”二字尚可辨认。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